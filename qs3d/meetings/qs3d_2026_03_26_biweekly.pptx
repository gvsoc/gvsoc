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7" r:id="rId1"/>
    <p:sldMasterId id="2147483678" r:id="rId2"/>
    <p:sldMasterId id="2147483679" r:id="rId3"/>
  </p:sldMasterIdLst>
  <p:notesMasterIdLst>
    <p:notesMasterId r:id="rId9"/>
  </p:notesMasterIdLst>
  <p:sldIdLst>
    <p:sldId id="256" r:id="rId4"/>
    <p:sldId id="257" r:id="rId5"/>
    <p:sldId id="605" r:id="rId6"/>
    <p:sldId id="606" r:id="rId7"/>
    <p:sldId id="607" r:id="rId8"/>
  </p:sldIdLst>
  <p:sldSz cx="9144000" cy="5143500" type="screen16x9"/>
  <p:notesSz cx="6858000" cy="9144000"/>
  <p:embeddedFontLst>
    <p:embeddedFont>
      <p:font typeface="Arial Narrow" panose="020B0604020202020204" pitchFamily="34" charset="0"/>
      <p:regular r:id="rId10"/>
      <p:bold r:id="rId11"/>
      <p:italic r:id="rId12"/>
      <p:boldItalic r:id="rId13"/>
    </p:embeddedFont>
    <p:embeddedFont>
      <p:font typeface="Consolas" panose="020B0609020204030204" pitchFamily="49" charset="0"/>
      <p:regular r:id="rId14"/>
      <p:bold r:id="rId15"/>
      <p:italic r:id="rId16"/>
      <p:boldItalic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A865A6A1-EB45-4525-89A6-CB3BD430D531}">
          <p14:sldIdLst>
            <p14:sldId id="256"/>
            <p14:sldId id="257"/>
          </p14:sldIdLst>
        </p14:section>
        <p14:section name="Recap" id="{870E3B29-350E-CE4E-9DFE-3645BAE98000}">
          <p14:sldIdLst>
            <p14:sldId id="605"/>
            <p14:sldId id="606"/>
            <p14:sldId id="607"/>
          </p14:sldIdLst>
        </p14:section>
        <p14:section name="3D" id="{EA7A223E-92D2-4F08-BE78-CB50ED79074E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7AB9F"/>
    <a:srgbClr val="A7127A"/>
    <a:srgbClr val="037491"/>
    <a:srgbClr val="168638"/>
    <a:srgbClr val="A6CAEC"/>
    <a:srgbClr val="BA362D"/>
    <a:srgbClr val="BBA471"/>
    <a:srgbClr val="C45D57"/>
    <a:srgbClr val="4C7CBD"/>
    <a:srgbClr val="B7352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0EF3602-E09C-4FB3-88FD-0AF07CCC1424}">
  <a:tblStyle styleId="{90EF3602-E09C-4FB3-88FD-0AF07CCC142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687" autoAdjust="0"/>
    <p:restoredTop sz="94658"/>
  </p:normalViewPr>
  <p:slideViewPr>
    <p:cSldViewPr snapToGrid="0">
      <p:cViewPr varScale="1">
        <p:scale>
          <a:sx n="160" d="100"/>
          <a:sy n="160" d="100"/>
        </p:scale>
        <p:origin x="520" y="176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font" Target="fonts/font4.fntdata"/><Relationship Id="rId18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tableStyles" Target="tableStyles.xml"/><Relationship Id="rId7" Type="http://schemas.openxmlformats.org/officeDocument/2006/relationships/slide" Target="slides/slide4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" Type="http://schemas.openxmlformats.org/officeDocument/2006/relationships/slideMaster" Target="slideMasters/slideMaster2.xml"/><Relationship Id="rId16" Type="http://schemas.openxmlformats.org/officeDocument/2006/relationships/font" Target="fonts/font7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font" Target="fonts/font2.fntdata"/><Relationship Id="rId5" Type="http://schemas.openxmlformats.org/officeDocument/2006/relationships/slide" Target="slides/slide2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39ca6226cd_2_1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g339ca6226cd_2_1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39ca6226cd_2_1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7" name="Google Shape;187;g339ca6226cd_2_1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12.svg"/><Relationship Id="rId5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>
  <p:cSld name="Title Slide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Google Shape;65;p14"/>
          <p:cNvGrpSpPr/>
          <p:nvPr/>
        </p:nvGrpSpPr>
        <p:grpSpPr>
          <a:xfrm>
            <a:off x="1823465" y="163205"/>
            <a:ext cx="1581805" cy="342091"/>
            <a:chOff x="3645356" y="188193"/>
            <a:chExt cx="5677387" cy="1227805"/>
          </a:xfrm>
        </p:grpSpPr>
        <p:pic>
          <p:nvPicPr>
            <p:cNvPr id="66" name="Google Shape;66;p14"/>
            <p:cNvPicPr preferRelativeResize="0"/>
            <p:nvPr/>
          </p:nvPicPr>
          <p:blipFill rotWithShape="1">
            <a:blip r:embed="rId2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25667" r="25422" b="25369"/>
            <a:stretch/>
          </p:blipFill>
          <p:spPr>
            <a:xfrm>
              <a:off x="3645356" y="188193"/>
              <a:ext cx="1265256" cy="12278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7" name="Google Shape;67;p14"/>
            <p:cNvPicPr preferRelativeResize="0"/>
            <p:nvPr/>
          </p:nvPicPr>
          <p:blipFill rotWithShape="1">
            <a:blip r:embed="rId2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80435"/>
            <a:stretch/>
          </p:blipFill>
          <p:spPr>
            <a:xfrm>
              <a:off x="5015386" y="482548"/>
              <a:ext cx="4307357" cy="53596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8" name="Google Shape;68;p14"/>
          <p:cNvSpPr/>
          <p:nvPr/>
        </p:nvSpPr>
        <p:spPr>
          <a:xfrm>
            <a:off x="5653737" y="1653177"/>
            <a:ext cx="3490273" cy="3490323"/>
          </a:xfrm>
          <a:prstGeom prst="triangle">
            <a:avLst>
              <a:gd name="adj" fmla="val 10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1" i="0" u="none" strike="noStrike" cap="none">
              <a:solidFill>
                <a:schemeClr val="lt2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pic>
        <p:nvPicPr>
          <p:cNvPr id="69" name="Google Shape;69;p14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86117" y="212211"/>
            <a:ext cx="1325875" cy="220979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4"/>
          <p:cNvSpPr txBox="1">
            <a:spLocks noGrp="1"/>
          </p:cNvSpPr>
          <p:nvPr>
            <p:ph type="subTitle" idx="1"/>
          </p:nvPr>
        </p:nvSpPr>
        <p:spPr>
          <a:xfrm>
            <a:off x="286116" y="2336781"/>
            <a:ext cx="4571811" cy="285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  <a:defRPr sz="1900" b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title"/>
          </p:nvPr>
        </p:nvSpPr>
        <p:spPr>
          <a:xfrm>
            <a:off x="286114" y="1391112"/>
            <a:ext cx="8000670" cy="8572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900"/>
              <a:buFont typeface="Calibri"/>
              <a:buNone/>
              <a:defRPr sz="2900" b="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4"/>
          <p:cNvSpPr/>
          <p:nvPr/>
        </p:nvSpPr>
        <p:spPr>
          <a:xfrm rot="2700024">
            <a:off x="7461825" y="2614213"/>
            <a:ext cx="1213073" cy="1213073"/>
          </a:xfrm>
          <a:prstGeom prst="roundRect">
            <a:avLst>
              <a:gd name="adj" fmla="val 4159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14"/>
          <p:cNvSpPr/>
          <p:nvPr/>
        </p:nvSpPr>
        <p:spPr>
          <a:xfrm rot="2700024">
            <a:off x="7104894" y="2891492"/>
            <a:ext cx="646325" cy="662609"/>
          </a:xfrm>
          <a:prstGeom prst="roundRect">
            <a:avLst>
              <a:gd name="adj" fmla="val 838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4" name="Google Shape;74;p14"/>
          <p:cNvPicPr preferRelativeResize="0"/>
          <p:nvPr/>
        </p:nvPicPr>
        <p:blipFill rotWithShape="1">
          <a:blip r:embed="rId4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021348" y="2434954"/>
            <a:ext cx="1836547" cy="1576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4"/>
          <p:cNvPicPr preferRelativeResize="0"/>
          <p:nvPr/>
        </p:nvPicPr>
        <p:blipFill rotWithShape="1">
          <a:blip r:embed="rId5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95899" y="4503916"/>
            <a:ext cx="260270" cy="223352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4" descr="A picture containing ax, vector graphics, tool&#10;&#10;Description automatically generated"/>
          <p:cNvPicPr preferRelativeResize="0"/>
          <p:nvPr/>
        </p:nvPicPr>
        <p:blipFill rotWithShape="1">
          <a:blip r:embed="rId6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622972" y="4258967"/>
            <a:ext cx="223066" cy="183506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4"/>
          <p:cNvPicPr preferRelativeResize="0"/>
          <p:nvPr/>
        </p:nvPicPr>
        <p:blipFill rotWithShape="1">
          <a:blip r:embed="rId7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606373" y="4781048"/>
            <a:ext cx="256264" cy="177288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4"/>
          <p:cNvSpPr txBox="1"/>
          <p:nvPr/>
        </p:nvSpPr>
        <p:spPr>
          <a:xfrm>
            <a:off x="6949019" y="4480217"/>
            <a:ext cx="1657355" cy="256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pulp-platform.org</a:t>
            </a:r>
            <a:endParaRPr sz="1100"/>
          </a:p>
        </p:txBody>
      </p:sp>
      <p:sp>
        <p:nvSpPr>
          <p:cNvPr id="79" name="Google Shape;79;p14"/>
          <p:cNvSpPr txBox="1"/>
          <p:nvPr/>
        </p:nvSpPr>
        <p:spPr>
          <a:xfrm>
            <a:off x="7360145" y="4233920"/>
            <a:ext cx="1246228" cy="256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@pulp_platform</a:t>
            </a:r>
            <a:endParaRPr sz="1100"/>
          </a:p>
        </p:txBody>
      </p:sp>
      <p:sp>
        <p:nvSpPr>
          <p:cNvPr id="80" name="Google Shape;80;p14"/>
          <p:cNvSpPr txBox="1"/>
          <p:nvPr/>
        </p:nvSpPr>
        <p:spPr>
          <a:xfrm>
            <a:off x="6573889" y="4726513"/>
            <a:ext cx="2032485" cy="256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youtube.com/pulp_platform</a:t>
            </a:r>
            <a:endParaRPr sz="1100"/>
          </a:p>
        </p:txBody>
      </p:sp>
      <p:sp>
        <p:nvSpPr>
          <p:cNvPr id="81" name="Google Shape;81;p14"/>
          <p:cNvSpPr txBox="1"/>
          <p:nvPr/>
        </p:nvSpPr>
        <p:spPr>
          <a:xfrm>
            <a:off x="286115" y="4412057"/>
            <a:ext cx="4538560" cy="5391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PULP Platform</a:t>
            </a:r>
            <a:br>
              <a:rPr lang="en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Open Source Hardware, the way it should be!</a:t>
            </a:r>
            <a:endParaRPr sz="1100"/>
          </a:p>
        </p:txBody>
      </p:sp>
      <p:sp>
        <p:nvSpPr>
          <p:cNvPr id="82" name="Google Shape;82;p14"/>
          <p:cNvSpPr txBox="1">
            <a:spLocks noGrp="1"/>
          </p:cNvSpPr>
          <p:nvPr>
            <p:ph type="body" idx="2"/>
          </p:nvPr>
        </p:nvSpPr>
        <p:spPr>
          <a:xfrm>
            <a:off x="286116" y="2913662"/>
            <a:ext cx="4571811" cy="1285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600" b="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2pPr>
            <a:lvl3pPr marL="1371600" lvl="2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1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72575" tIns="36275" rIns="72575" bIns="36275" anchor="t" anchorCtr="0">
            <a:noAutofit/>
          </a:bodyPr>
          <a:lstStyle>
            <a:lvl1pPr lvl="0">
              <a:buNone/>
              <a:defRPr sz="1300">
                <a:solidFill>
                  <a:schemeClr val="accent3"/>
                </a:solidFill>
              </a:defRPr>
            </a:lvl1pPr>
            <a:lvl2pPr lvl="1">
              <a:buNone/>
              <a:defRPr sz="1300">
                <a:solidFill>
                  <a:schemeClr val="accent3"/>
                </a:solidFill>
              </a:defRPr>
            </a:lvl2pPr>
            <a:lvl3pPr lvl="2">
              <a:buNone/>
              <a:defRPr sz="1300">
                <a:solidFill>
                  <a:schemeClr val="accent3"/>
                </a:solidFill>
              </a:defRPr>
            </a:lvl3pPr>
            <a:lvl4pPr lvl="3">
              <a:buNone/>
              <a:defRPr sz="1300">
                <a:solidFill>
                  <a:schemeClr val="accent3"/>
                </a:solidFill>
              </a:defRPr>
            </a:lvl4pPr>
            <a:lvl5pPr lvl="4">
              <a:buNone/>
              <a:defRPr sz="1300">
                <a:solidFill>
                  <a:schemeClr val="accent3"/>
                </a:solidFill>
              </a:defRPr>
            </a:lvl5pPr>
            <a:lvl6pPr lvl="5">
              <a:buNone/>
              <a:defRPr sz="1300">
                <a:solidFill>
                  <a:schemeClr val="accent3"/>
                </a:solidFill>
              </a:defRPr>
            </a:lvl6pPr>
            <a:lvl7pPr lvl="6">
              <a:buNone/>
              <a:defRPr sz="1300">
                <a:solidFill>
                  <a:schemeClr val="accent3"/>
                </a:solidFill>
              </a:defRPr>
            </a:lvl7pPr>
            <a:lvl8pPr lvl="7">
              <a:buNone/>
              <a:defRPr sz="1300">
                <a:solidFill>
                  <a:schemeClr val="accent3"/>
                </a:solidFill>
              </a:defRPr>
            </a:lvl8pPr>
            <a:lvl9pPr lvl="8">
              <a:buNone/>
              <a:defRPr sz="1300">
                <a:solidFill>
                  <a:schemeClr val="accent3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tandard Slide">
  <p:cSld name="Standard Slide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5"/>
          <p:cNvSpPr txBox="1">
            <a:spLocks noGrp="1"/>
          </p:cNvSpPr>
          <p:nvPr>
            <p:ph type="title"/>
          </p:nvPr>
        </p:nvSpPr>
        <p:spPr>
          <a:xfrm>
            <a:off x="237378" y="135244"/>
            <a:ext cx="8000670" cy="492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900"/>
              <a:buFont typeface="Calibri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5"/>
          <p:cNvSpPr txBox="1">
            <a:spLocks noGrp="1"/>
          </p:cNvSpPr>
          <p:nvPr>
            <p:ph type="body" idx="1"/>
          </p:nvPr>
        </p:nvSpPr>
        <p:spPr>
          <a:xfrm>
            <a:off x="237375" y="742930"/>
            <a:ext cx="8000672" cy="4143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>
            <a:lvl1pPr marL="457200" lvl="0" indent="-3365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  <a:defRPr>
                <a:solidFill>
                  <a:schemeClr val="dk1"/>
                </a:solidFill>
              </a:defRPr>
            </a:lvl1pPr>
            <a:lvl2pPr marL="914400" lvl="1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>
                <a:solidFill>
                  <a:schemeClr val="dk1"/>
                </a:solidFill>
              </a:defRPr>
            </a:lvl2pPr>
            <a:lvl3pPr marL="1371600" lvl="2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400">
                <a:solidFill>
                  <a:schemeClr val="dk1"/>
                </a:solidFill>
              </a:defRPr>
            </a:lvl3pPr>
            <a:lvl4pPr marL="1828800" lvl="3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>
                <a:solidFill>
                  <a:schemeClr val="dk1"/>
                </a:solidFill>
              </a:defRPr>
            </a:lvl4pPr>
            <a:lvl5pPr marL="2286000" lvl="4" indent="-279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>
                <a:solidFill>
                  <a:schemeClr val="dk1"/>
                </a:solidFill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15"/>
          <p:cNvSpPr txBox="1">
            <a:spLocks noGrp="1"/>
          </p:cNvSpPr>
          <p:nvPr>
            <p:ph type="dt" idx="10"/>
          </p:nvPr>
        </p:nvSpPr>
        <p:spPr>
          <a:xfrm>
            <a:off x="2782699" y="4871789"/>
            <a:ext cx="5429026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5"/>
          <p:cNvSpPr txBox="1">
            <a:spLocks noGrp="1"/>
          </p:cNvSpPr>
          <p:nvPr>
            <p:ph type="sldNum" idx="12"/>
          </p:nvPr>
        </p:nvSpPr>
        <p:spPr>
          <a:xfrm>
            <a:off x="8659790" y="4871177"/>
            <a:ext cx="428607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-by-side">
  <p:cSld name="Two-by-side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6"/>
          <p:cNvSpPr txBox="1">
            <a:spLocks noGrp="1"/>
          </p:cNvSpPr>
          <p:nvPr>
            <p:ph type="title"/>
          </p:nvPr>
        </p:nvSpPr>
        <p:spPr>
          <a:xfrm>
            <a:off x="237378" y="135244"/>
            <a:ext cx="8000670" cy="492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6"/>
          <p:cNvSpPr txBox="1">
            <a:spLocks noGrp="1"/>
          </p:cNvSpPr>
          <p:nvPr>
            <p:ph type="body" idx="1"/>
          </p:nvPr>
        </p:nvSpPr>
        <p:spPr>
          <a:xfrm>
            <a:off x="237375" y="742930"/>
            <a:ext cx="4000335" cy="4143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>
            <a:lvl1pPr marL="457200" lvl="0" indent="-3111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300"/>
              <a:buChar char="•"/>
              <a:defRPr/>
            </a:lvl1pPr>
            <a:lvl2pPr marL="914400" lvl="1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2pPr>
            <a:lvl3pPr marL="1371600" lvl="2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2" name="Google Shape;92;p16"/>
          <p:cNvSpPr txBox="1">
            <a:spLocks noGrp="1"/>
          </p:cNvSpPr>
          <p:nvPr>
            <p:ph type="body" idx="2"/>
          </p:nvPr>
        </p:nvSpPr>
        <p:spPr>
          <a:xfrm>
            <a:off x="4237713" y="742930"/>
            <a:ext cx="4000335" cy="4143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>
            <a:lvl1pPr marL="457200" lvl="0" indent="-3111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300"/>
              <a:buChar char="•"/>
              <a:defRPr/>
            </a:lvl1pPr>
            <a:lvl2pPr marL="914400" lvl="1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2pPr>
            <a:lvl3pPr marL="1371600" lvl="2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3" name="Google Shape;93;p16"/>
          <p:cNvSpPr txBox="1">
            <a:spLocks noGrp="1"/>
          </p:cNvSpPr>
          <p:nvPr>
            <p:ph type="dt" idx="10"/>
          </p:nvPr>
        </p:nvSpPr>
        <p:spPr>
          <a:xfrm>
            <a:off x="2782699" y="4871789"/>
            <a:ext cx="5429026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6"/>
          <p:cNvSpPr txBox="1">
            <a:spLocks noGrp="1"/>
          </p:cNvSpPr>
          <p:nvPr>
            <p:ph type="sldNum" idx="12"/>
          </p:nvPr>
        </p:nvSpPr>
        <p:spPr>
          <a:xfrm>
            <a:off x="8659790" y="4871177"/>
            <a:ext cx="428607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plus two">
  <p:cSld name="One plus two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7"/>
          <p:cNvSpPr txBox="1">
            <a:spLocks noGrp="1"/>
          </p:cNvSpPr>
          <p:nvPr>
            <p:ph type="title"/>
          </p:nvPr>
        </p:nvSpPr>
        <p:spPr>
          <a:xfrm>
            <a:off x="237378" y="135244"/>
            <a:ext cx="8000670" cy="492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17"/>
          <p:cNvSpPr txBox="1">
            <a:spLocks noGrp="1"/>
          </p:cNvSpPr>
          <p:nvPr>
            <p:ph type="body" idx="1"/>
          </p:nvPr>
        </p:nvSpPr>
        <p:spPr>
          <a:xfrm>
            <a:off x="237378" y="742930"/>
            <a:ext cx="8000670" cy="2000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>
            <a:lvl1pPr marL="457200" lvl="0" indent="-3111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300"/>
              <a:buChar char="•"/>
              <a:defRPr/>
            </a:lvl1pPr>
            <a:lvl2pPr marL="914400" lvl="1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2pPr>
            <a:lvl3pPr marL="1371600" lvl="2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8" name="Google Shape;98;p17"/>
          <p:cNvSpPr txBox="1">
            <a:spLocks noGrp="1"/>
          </p:cNvSpPr>
          <p:nvPr>
            <p:ph type="body" idx="2"/>
          </p:nvPr>
        </p:nvSpPr>
        <p:spPr>
          <a:xfrm>
            <a:off x="237378" y="2745388"/>
            <a:ext cx="4000335" cy="2143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>
            <a:lvl1pPr marL="457200" lvl="0" indent="-3111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300"/>
              <a:buChar char="•"/>
              <a:defRPr/>
            </a:lvl1pPr>
            <a:lvl2pPr marL="914400" lvl="1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2pPr>
            <a:lvl3pPr marL="1371600" lvl="2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9" name="Google Shape;99;p17"/>
          <p:cNvSpPr txBox="1">
            <a:spLocks noGrp="1"/>
          </p:cNvSpPr>
          <p:nvPr>
            <p:ph type="body" idx="3"/>
          </p:nvPr>
        </p:nvSpPr>
        <p:spPr>
          <a:xfrm>
            <a:off x="4237713" y="2745388"/>
            <a:ext cx="4000335" cy="2143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>
            <a:lvl1pPr marL="457200" lvl="0" indent="-3111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300"/>
              <a:buChar char="•"/>
              <a:defRPr/>
            </a:lvl1pPr>
            <a:lvl2pPr marL="914400" lvl="1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2pPr>
            <a:lvl3pPr marL="1371600" lvl="2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00" name="Google Shape;100;p17"/>
          <p:cNvSpPr txBox="1">
            <a:spLocks noGrp="1"/>
          </p:cNvSpPr>
          <p:nvPr>
            <p:ph type="dt" idx="10"/>
          </p:nvPr>
        </p:nvSpPr>
        <p:spPr>
          <a:xfrm>
            <a:off x="2782699" y="4871789"/>
            <a:ext cx="5429026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17"/>
          <p:cNvSpPr txBox="1">
            <a:spLocks noGrp="1"/>
          </p:cNvSpPr>
          <p:nvPr>
            <p:ph type="sldNum" idx="12"/>
          </p:nvPr>
        </p:nvSpPr>
        <p:spPr>
          <a:xfrm>
            <a:off x="8659790" y="4871177"/>
            <a:ext cx="428607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in-Thick">
  <p:cSld name="Thin-Thick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8"/>
          <p:cNvSpPr txBox="1">
            <a:spLocks noGrp="1"/>
          </p:cNvSpPr>
          <p:nvPr>
            <p:ph type="title"/>
          </p:nvPr>
        </p:nvSpPr>
        <p:spPr>
          <a:xfrm>
            <a:off x="237378" y="135244"/>
            <a:ext cx="8000670" cy="492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18"/>
          <p:cNvSpPr txBox="1">
            <a:spLocks noGrp="1"/>
          </p:cNvSpPr>
          <p:nvPr>
            <p:ph type="body" idx="1"/>
          </p:nvPr>
        </p:nvSpPr>
        <p:spPr>
          <a:xfrm>
            <a:off x="3094760" y="742930"/>
            <a:ext cx="5143288" cy="4143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>
            <a:lvl1pPr marL="457200" lvl="0" indent="-3111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300"/>
              <a:buChar char="•"/>
              <a:defRPr/>
            </a:lvl1pPr>
            <a:lvl2pPr marL="914400" lvl="1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2pPr>
            <a:lvl3pPr marL="1371600" lvl="2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05" name="Google Shape;105;p18"/>
          <p:cNvSpPr txBox="1">
            <a:spLocks noGrp="1"/>
          </p:cNvSpPr>
          <p:nvPr>
            <p:ph type="body" idx="2"/>
          </p:nvPr>
        </p:nvSpPr>
        <p:spPr>
          <a:xfrm>
            <a:off x="237378" y="742930"/>
            <a:ext cx="2857382" cy="4143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>
            <a:lvl1pPr marL="457200" lvl="0" indent="-3111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300"/>
              <a:buChar char="•"/>
              <a:defRPr/>
            </a:lvl1pPr>
            <a:lvl2pPr marL="914400" lvl="1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2pPr>
            <a:lvl3pPr marL="1371600" lvl="2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06" name="Google Shape;106;p18"/>
          <p:cNvSpPr txBox="1">
            <a:spLocks noGrp="1"/>
          </p:cNvSpPr>
          <p:nvPr>
            <p:ph type="dt" idx="10"/>
          </p:nvPr>
        </p:nvSpPr>
        <p:spPr>
          <a:xfrm>
            <a:off x="2782699" y="4871789"/>
            <a:ext cx="5429026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18"/>
          <p:cNvSpPr txBox="1">
            <a:spLocks noGrp="1"/>
          </p:cNvSpPr>
          <p:nvPr>
            <p:ph type="sldNum" idx="12"/>
          </p:nvPr>
        </p:nvSpPr>
        <p:spPr>
          <a:xfrm>
            <a:off x="8659790" y="4871177"/>
            <a:ext cx="428607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ick-Thin">
  <p:cSld name="Thick-Thin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9"/>
          <p:cNvSpPr txBox="1">
            <a:spLocks noGrp="1"/>
          </p:cNvSpPr>
          <p:nvPr>
            <p:ph type="title"/>
          </p:nvPr>
        </p:nvSpPr>
        <p:spPr>
          <a:xfrm>
            <a:off x="237378" y="135244"/>
            <a:ext cx="8000670" cy="492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19"/>
          <p:cNvSpPr txBox="1">
            <a:spLocks noGrp="1"/>
          </p:cNvSpPr>
          <p:nvPr>
            <p:ph type="body" idx="1"/>
          </p:nvPr>
        </p:nvSpPr>
        <p:spPr>
          <a:xfrm>
            <a:off x="237378" y="742930"/>
            <a:ext cx="5143288" cy="4143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>
            <a:lvl1pPr marL="457200" lvl="0" indent="-3111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300"/>
              <a:buChar char="•"/>
              <a:defRPr/>
            </a:lvl1pPr>
            <a:lvl2pPr marL="914400" lvl="1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2pPr>
            <a:lvl3pPr marL="1371600" lvl="2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11" name="Google Shape;111;p19"/>
          <p:cNvSpPr txBox="1">
            <a:spLocks noGrp="1"/>
          </p:cNvSpPr>
          <p:nvPr>
            <p:ph type="body" idx="2"/>
          </p:nvPr>
        </p:nvSpPr>
        <p:spPr>
          <a:xfrm>
            <a:off x="5380666" y="742930"/>
            <a:ext cx="2857382" cy="4143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>
            <a:lvl1pPr marL="457200" lvl="0" indent="-3111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300"/>
              <a:buChar char="•"/>
              <a:defRPr/>
            </a:lvl1pPr>
            <a:lvl2pPr marL="914400" lvl="1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2pPr>
            <a:lvl3pPr marL="1371600" lvl="2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12" name="Google Shape;112;p19"/>
          <p:cNvSpPr txBox="1">
            <a:spLocks noGrp="1"/>
          </p:cNvSpPr>
          <p:nvPr>
            <p:ph type="dt" idx="10"/>
          </p:nvPr>
        </p:nvSpPr>
        <p:spPr>
          <a:xfrm>
            <a:off x="2782699" y="4871789"/>
            <a:ext cx="5429026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19"/>
          <p:cNvSpPr txBox="1">
            <a:spLocks noGrp="1"/>
          </p:cNvSpPr>
          <p:nvPr>
            <p:ph type="sldNum" idx="12"/>
          </p:nvPr>
        </p:nvSpPr>
        <p:spPr>
          <a:xfrm>
            <a:off x="8659790" y="4871177"/>
            <a:ext cx="428607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-by-side">
  <p:cSld name="3-by-side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0"/>
          <p:cNvSpPr txBox="1">
            <a:spLocks noGrp="1"/>
          </p:cNvSpPr>
          <p:nvPr>
            <p:ph type="body" idx="1"/>
          </p:nvPr>
        </p:nvSpPr>
        <p:spPr>
          <a:xfrm>
            <a:off x="244543" y="742930"/>
            <a:ext cx="2571644" cy="40003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1450" tIns="37150" rIns="0" bIns="3627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500"/>
            </a:lvl1pPr>
            <a:lvl2pPr marL="914400" lvl="1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•"/>
              <a:defRPr sz="1400"/>
            </a:lvl2pPr>
            <a:lvl3pPr marL="1371600" lvl="2" indent="-2984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 sz="1200"/>
            </a:lvl3pPr>
            <a:lvl4pPr marL="1828800" lvl="3" indent="-2857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900"/>
              <a:buChar char="•"/>
              <a:defRPr sz="1100"/>
            </a:lvl4pPr>
            <a:lvl5pPr marL="2286000" lvl="4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•"/>
              <a:defRPr sz="1100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>
            <a:endParaRPr/>
          </a:p>
        </p:txBody>
      </p:sp>
      <p:sp>
        <p:nvSpPr>
          <p:cNvPr id="116" name="Google Shape;116;p20"/>
          <p:cNvSpPr txBox="1">
            <a:spLocks noGrp="1"/>
          </p:cNvSpPr>
          <p:nvPr>
            <p:ph type="body" idx="2"/>
          </p:nvPr>
        </p:nvSpPr>
        <p:spPr>
          <a:xfrm>
            <a:off x="2959060" y="742930"/>
            <a:ext cx="2571644" cy="40003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1450" tIns="37150" rIns="0" bIns="3627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500"/>
            </a:lvl1pPr>
            <a:lvl2pPr marL="914400" lvl="1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•"/>
              <a:defRPr sz="1400"/>
            </a:lvl2pPr>
            <a:lvl3pPr marL="1371600" lvl="2" indent="-2984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 sz="1200"/>
            </a:lvl3pPr>
            <a:lvl4pPr marL="1828800" lvl="3" indent="-2857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900"/>
              <a:buChar char="•"/>
              <a:defRPr sz="1100"/>
            </a:lvl4pPr>
            <a:lvl5pPr marL="2286000" lvl="4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•"/>
              <a:defRPr sz="1100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>
            <a:endParaRPr/>
          </a:p>
        </p:txBody>
      </p:sp>
      <p:sp>
        <p:nvSpPr>
          <p:cNvPr id="117" name="Google Shape;117;p20"/>
          <p:cNvSpPr txBox="1">
            <a:spLocks noGrp="1"/>
          </p:cNvSpPr>
          <p:nvPr>
            <p:ph type="body" idx="3"/>
          </p:nvPr>
        </p:nvSpPr>
        <p:spPr>
          <a:xfrm>
            <a:off x="5673573" y="742930"/>
            <a:ext cx="2571644" cy="40003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1450" tIns="37150" rIns="0" bIns="3627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500"/>
            </a:lvl1pPr>
            <a:lvl2pPr marL="914400" lvl="1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•"/>
              <a:defRPr sz="1400"/>
            </a:lvl2pPr>
            <a:lvl3pPr marL="1371600" lvl="2" indent="-2984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 sz="1200"/>
            </a:lvl3pPr>
            <a:lvl4pPr marL="1828800" lvl="3" indent="-2857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900"/>
              <a:buChar char="•"/>
              <a:defRPr sz="1100"/>
            </a:lvl4pPr>
            <a:lvl5pPr marL="2286000" lvl="4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•"/>
              <a:defRPr sz="1100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>
            <a:endParaRPr/>
          </a:p>
        </p:txBody>
      </p:sp>
      <p:sp>
        <p:nvSpPr>
          <p:cNvPr id="118" name="Google Shape;118;p20"/>
          <p:cNvSpPr txBox="1">
            <a:spLocks noGrp="1"/>
          </p:cNvSpPr>
          <p:nvPr>
            <p:ph type="title"/>
          </p:nvPr>
        </p:nvSpPr>
        <p:spPr>
          <a:xfrm>
            <a:off x="237378" y="135244"/>
            <a:ext cx="8000670" cy="492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20"/>
          <p:cNvSpPr txBox="1">
            <a:spLocks noGrp="1"/>
          </p:cNvSpPr>
          <p:nvPr>
            <p:ph type="dt" idx="10"/>
          </p:nvPr>
        </p:nvSpPr>
        <p:spPr>
          <a:xfrm>
            <a:off x="2782699" y="4871789"/>
            <a:ext cx="5429026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20"/>
          <p:cNvSpPr txBox="1">
            <a:spLocks noGrp="1"/>
          </p:cNvSpPr>
          <p:nvPr>
            <p:ph type="sldNum" idx="12"/>
          </p:nvPr>
        </p:nvSpPr>
        <p:spPr>
          <a:xfrm>
            <a:off x="8659790" y="4871177"/>
            <a:ext cx="428607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-box">
  <p:cSld name="4-box"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1"/>
          <p:cNvSpPr txBox="1">
            <a:spLocks noGrp="1"/>
          </p:cNvSpPr>
          <p:nvPr>
            <p:ph type="body" idx="1"/>
          </p:nvPr>
        </p:nvSpPr>
        <p:spPr>
          <a:xfrm>
            <a:off x="240763" y="742930"/>
            <a:ext cx="4000335" cy="2000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1450" tIns="37150" rIns="0" bIns="3627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500"/>
            </a:lvl1pPr>
            <a:lvl2pPr marL="914400" lvl="1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•"/>
              <a:defRPr sz="1400"/>
            </a:lvl2pPr>
            <a:lvl3pPr marL="1371600" lvl="2" indent="-2984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 sz="1200"/>
            </a:lvl3pPr>
            <a:lvl4pPr marL="1828800" lvl="3" indent="-2857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900"/>
              <a:buChar char="•"/>
              <a:defRPr sz="1100"/>
            </a:lvl4pPr>
            <a:lvl5pPr marL="2286000" lvl="4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•"/>
              <a:defRPr sz="1100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>
            <a:endParaRPr/>
          </a:p>
        </p:txBody>
      </p:sp>
      <p:sp>
        <p:nvSpPr>
          <p:cNvPr id="123" name="Google Shape;123;p21"/>
          <p:cNvSpPr txBox="1">
            <a:spLocks noGrp="1"/>
          </p:cNvSpPr>
          <p:nvPr>
            <p:ph type="body" idx="2"/>
          </p:nvPr>
        </p:nvSpPr>
        <p:spPr>
          <a:xfrm>
            <a:off x="4241101" y="742930"/>
            <a:ext cx="4000335" cy="2000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1450" tIns="37150" rIns="0" bIns="3627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500"/>
            </a:lvl1pPr>
            <a:lvl2pPr marL="914400" lvl="1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•"/>
              <a:defRPr sz="1400"/>
            </a:lvl2pPr>
            <a:lvl3pPr marL="1371600" lvl="2" indent="-2984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 sz="1200"/>
            </a:lvl3pPr>
            <a:lvl4pPr marL="1828800" lvl="3" indent="-2857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900"/>
              <a:buChar char="•"/>
              <a:defRPr sz="1100"/>
            </a:lvl4pPr>
            <a:lvl5pPr marL="2286000" lvl="4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•"/>
              <a:defRPr sz="1100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>
            <a:endParaRPr/>
          </a:p>
        </p:txBody>
      </p:sp>
      <p:sp>
        <p:nvSpPr>
          <p:cNvPr id="124" name="Google Shape;124;p21"/>
          <p:cNvSpPr txBox="1">
            <a:spLocks noGrp="1"/>
          </p:cNvSpPr>
          <p:nvPr>
            <p:ph type="body" idx="3"/>
          </p:nvPr>
        </p:nvSpPr>
        <p:spPr>
          <a:xfrm>
            <a:off x="240763" y="2743126"/>
            <a:ext cx="4000335" cy="2000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1450" tIns="37150" rIns="0" bIns="3627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500"/>
            </a:lvl1pPr>
            <a:lvl2pPr marL="914400" lvl="1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•"/>
              <a:defRPr sz="1400"/>
            </a:lvl2pPr>
            <a:lvl3pPr marL="1371600" lvl="2" indent="-2984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 sz="1200"/>
            </a:lvl3pPr>
            <a:lvl4pPr marL="1828800" lvl="3" indent="-2857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900"/>
              <a:buChar char="•"/>
              <a:defRPr sz="1100"/>
            </a:lvl4pPr>
            <a:lvl5pPr marL="2286000" lvl="4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•"/>
              <a:defRPr sz="1100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>
            <a:endParaRPr/>
          </a:p>
        </p:txBody>
      </p:sp>
      <p:sp>
        <p:nvSpPr>
          <p:cNvPr id="125" name="Google Shape;125;p21"/>
          <p:cNvSpPr txBox="1">
            <a:spLocks noGrp="1"/>
          </p:cNvSpPr>
          <p:nvPr>
            <p:ph type="body" idx="4"/>
          </p:nvPr>
        </p:nvSpPr>
        <p:spPr>
          <a:xfrm>
            <a:off x="4241101" y="2743126"/>
            <a:ext cx="4000335" cy="2000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1450" tIns="37150" rIns="0" bIns="3627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500"/>
            </a:lvl1pPr>
            <a:lvl2pPr marL="914400" lvl="1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•"/>
              <a:defRPr sz="1400"/>
            </a:lvl2pPr>
            <a:lvl3pPr marL="1371600" lvl="2" indent="-2984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 sz="1200"/>
            </a:lvl3pPr>
            <a:lvl4pPr marL="1828800" lvl="3" indent="-2857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900"/>
              <a:buChar char="•"/>
              <a:defRPr sz="1100"/>
            </a:lvl4pPr>
            <a:lvl5pPr marL="2286000" lvl="4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•"/>
              <a:defRPr sz="1100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>
            <a:endParaRPr/>
          </a:p>
        </p:txBody>
      </p:sp>
      <p:sp>
        <p:nvSpPr>
          <p:cNvPr id="126" name="Google Shape;126;p21"/>
          <p:cNvSpPr txBox="1">
            <a:spLocks noGrp="1"/>
          </p:cNvSpPr>
          <p:nvPr>
            <p:ph type="title"/>
          </p:nvPr>
        </p:nvSpPr>
        <p:spPr>
          <a:xfrm>
            <a:off x="237378" y="135244"/>
            <a:ext cx="8000670" cy="492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21"/>
          <p:cNvSpPr txBox="1">
            <a:spLocks noGrp="1"/>
          </p:cNvSpPr>
          <p:nvPr>
            <p:ph type="dt" idx="10"/>
          </p:nvPr>
        </p:nvSpPr>
        <p:spPr>
          <a:xfrm>
            <a:off x="2782699" y="4871789"/>
            <a:ext cx="5429026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21"/>
          <p:cNvSpPr txBox="1">
            <a:spLocks noGrp="1"/>
          </p:cNvSpPr>
          <p:nvPr>
            <p:ph type="sldNum" idx="12"/>
          </p:nvPr>
        </p:nvSpPr>
        <p:spPr>
          <a:xfrm>
            <a:off x="8659790" y="4871177"/>
            <a:ext cx="428607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Background">
  <p:cSld name="Title Background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2"/>
          <p:cNvSpPr txBox="1">
            <a:spLocks noGrp="1"/>
          </p:cNvSpPr>
          <p:nvPr>
            <p:ph type="title"/>
          </p:nvPr>
        </p:nvSpPr>
        <p:spPr>
          <a:xfrm>
            <a:off x="237378" y="135244"/>
            <a:ext cx="8000670" cy="492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22"/>
          <p:cNvSpPr txBox="1">
            <a:spLocks noGrp="1"/>
          </p:cNvSpPr>
          <p:nvPr>
            <p:ph type="dt" idx="10"/>
          </p:nvPr>
        </p:nvSpPr>
        <p:spPr>
          <a:xfrm>
            <a:off x="2782699" y="4871789"/>
            <a:ext cx="5429026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22"/>
          <p:cNvSpPr txBox="1">
            <a:spLocks noGrp="1"/>
          </p:cNvSpPr>
          <p:nvPr>
            <p:ph type="sldNum" idx="12"/>
          </p:nvPr>
        </p:nvSpPr>
        <p:spPr>
          <a:xfrm>
            <a:off x="8659790" y="4871177"/>
            <a:ext cx="428607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Only">
  <p:cSld name="Background Only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3"/>
          <p:cNvSpPr txBox="1"/>
          <p:nvPr/>
        </p:nvSpPr>
        <p:spPr>
          <a:xfrm>
            <a:off x="748938" y="392233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 b="0" i="0">
              <a:solidFill>
                <a:schemeClr val="dk2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35" name="Google Shape;135;p23"/>
          <p:cNvSpPr txBox="1">
            <a:spLocks noGrp="1"/>
          </p:cNvSpPr>
          <p:nvPr>
            <p:ph type="dt" idx="10"/>
          </p:nvPr>
        </p:nvSpPr>
        <p:spPr>
          <a:xfrm>
            <a:off x="2782699" y="4871789"/>
            <a:ext cx="5429026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23"/>
          <p:cNvSpPr txBox="1">
            <a:spLocks noGrp="1"/>
          </p:cNvSpPr>
          <p:nvPr>
            <p:ph type="sldNum" idx="12"/>
          </p:nvPr>
        </p:nvSpPr>
        <p:spPr>
          <a:xfrm>
            <a:off x="8659790" y="4871177"/>
            <a:ext cx="428607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No Background">
  <p:cSld name="No Background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4"/>
          <p:cNvSpPr txBox="1">
            <a:spLocks noGrp="1"/>
          </p:cNvSpPr>
          <p:nvPr>
            <p:ph type="title"/>
          </p:nvPr>
        </p:nvSpPr>
        <p:spPr>
          <a:xfrm>
            <a:off x="237378" y="135244"/>
            <a:ext cx="8000670" cy="492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900"/>
              <a:buFont typeface="Calibri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24"/>
          <p:cNvSpPr txBox="1">
            <a:spLocks noGrp="1"/>
          </p:cNvSpPr>
          <p:nvPr>
            <p:ph type="body" idx="1"/>
          </p:nvPr>
        </p:nvSpPr>
        <p:spPr>
          <a:xfrm>
            <a:off x="237375" y="742930"/>
            <a:ext cx="8000672" cy="4143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>
            <a:lvl1pPr marL="457200" lvl="0" indent="-3365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  <a:defRPr>
                <a:solidFill>
                  <a:schemeClr val="dk1"/>
                </a:solidFill>
              </a:defRPr>
            </a:lvl1pPr>
            <a:lvl2pPr marL="914400" lvl="1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>
                <a:solidFill>
                  <a:schemeClr val="dk1"/>
                </a:solidFill>
              </a:defRPr>
            </a:lvl2pPr>
            <a:lvl3pPr marL="1371600" lvl="2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400">
                <a:solidFill>
                  <a:schemeClr val="dk1"/>
                </a:solidFill>
              </a:defRPr>
            </a:lvl3pPr>
            <a:lvl4pPr marL="1828800" lvl="3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>
                <a:solidFill>
                  <a:schemeClr val="dk1"/>
                </a:solidFill>
              </a:defRPr>
            </a:lvl4pPr>
            <a:lvl5pPr marL="2286000" lvl="4" indent="-279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>
                <a:solidFill>
                  <a:schemeClr val="dk1"/>
                </a:solidFill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40" name="Google Shape;140;p2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72575" tIns="36275" rIns="72575" bIns="36275" anchor="t" anchorCtr="0">
            <a:noAutofit/>
          </a:bodyPr>
          <a:lstStyle>
            <a:lvl1pPr lvl="0">
              <a:buNone/>
              <a:defRPr sz="1300"/>
            </a:lvl1pPr>
            <a:lvl2pPr lvl="1">
              <a:buNone/>
              <a:defRPr sz="1300"/>
            </a:lvl2pPr>
            <a:lvl3pPr lvl="2">
              <a:buNone/>
              <a:defRPr sz="1300"/>
            </a:lvl3pPr>
            <a:lvl4pPr lvl="3">
              <a:buNone/>
              <a:defRPr sz="1300"/>
            </a:lvl4pPr>
            <a:lvl5pPr lvl="4">
              <a:buNone/>
              <a:defRPr sz="1300"/>
            </a:lvl5pPr>
            <a:lvl6pPr lvl="5">
              <a:buNone/>
              <a:defRPr sz="1300"/>
            </a:lvl6pPr>
            <a:lvl7pPr lvl="6">
              <a:buNone/>
              <a:defRPr sz="1300"/>
            </a:lvl7pPr>
            <a:lvl8pPr lvl="7">
              <a:buNone/>
              <a:defRPr sz="1300"/>
            </a:lvl8pPr>
            <a:lvl9pPr lvl="8">
              <a:buNone/>
              <a:defRPr sz="13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>
  <p:cSld name="Title Only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5"/>
          <p:cNvSpPr txBox="1">
            <a:spLocks noGrp="1"/>
          </p:cNvSpPr>
          <p:nvPr>
            <p:ph type="title"/>
          </p:nvPr>
        </p:nvSpPr>
        <p:spPr>
          <a:xfrm>
            <a:off x="237378" y="135244"/>
            <a:ext cx="8000670" cy="492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p2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72575" tIns="36275" rIns="72575" bIns="36275" anchor="t" anchorCtr="0">
            <a:noAutofit/>
          </a:bodyPr>
          <a:lstStyle>
            <a:lvl1pPr lvl="0">
              <a:buNone/>
              <a:defRPr sz="1300"/>
            </a:lvl1pPr>
            <a:lvl2pPr lvl="1">
              <a:buNone/>
              <a:defRPr sz="1300"/>
            </a:lvl2pPr>
            <a:lvl3pPr lvl="2">
              <a:buNone/>
              <a:defRPr sz="1300"/>
            </a:lvl3pPr>
            <a:lvl4pPr lvl="3">
              <a:buNone/>
              <a:defRPr sz="1300"/>
            </a:lvl4pPr>
            <a:lvl5pPr lvl="4">
              <a:buNone/>
              <a:defRPr sz="1300"/>
            </a:lvl5pPr>
            <a:lvl6pPr lvl="5">
              <a:buNone/>
              <a:defRPr sz="1300"/>
            </a:lvl6pPr>
            <a:lvl7pPr lvl="6">
              <a:buNone/>
              <a:defRPr sz="1300"/>
            </a:lvl7pPr>
            <a:lvl8pPr lvl="7">
              <a:buNone/>
              <a:defRPr sz="1300"/>
            </a:lvl8pPr>
            <a:lvl9pPr lvl="8">
              <a:buNone/>
              <a:defRPr sz="13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ody Only">
  <p:cSld name="Body Only"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6"/>
          <p:cNvSpPr txBox="1">
            <a:spLocks noGrp="1"/>
          </p:cNvSpPr>
          <p:nvPr>
            <p:ph type="body" idx="1"/>
          </p:nvPr>
        </p:nvSpPr>
        <p:spPr>
          <a:xfrm>
            <a:off x="244839" y="284195"/>
            <a:ext cx="8000672" cy="471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>
            <a:lvl1pPr marL="457200" lvl="0" indent="-3111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300"/>
              <a:buChar char="•"/>
              <a:defRPr/>
            </a:lvl1pPr>
            <a:lvl2pPr marL="914400" lvl="1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2pPr>
            <a:lvl3pPr marL="1371600" lvl="2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46" name="Google Shape;146;p26"/>
          <p:cNvSpPr txBox="1">
            <a:spLocks noGrp="1"/>
          </p:cNvSpPr>
          <p:nvPr>
            <p:ph type="dt" idx="10"/>
          </p:nvPr>
        </p:nvSpPr>
        <p:spPr>
          <a:xfrm>
            <a:off x="2782699" y="4871789"/>
            <a:ext cx="5429026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26"/>
          <p:cNvSpPr txBox="1">
            <a:spLocks noGrp="1"/>
          </p:cNvSpPr>
          <p:nvPr>
            <p:ph type="sldNum" idx="12"/>
          </p:nvPr>
        </p:nvSpPr>
        <p:spPr>
          <a:xfrm>
            <a:off x="8659790" y="4871177"/>
            <a:ext cx="428607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de Slide 1">
  <p:cSld name="Code Slide 1"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7"/>
          <p:cNvSpPr/>
          <p:nvPr/>
        </p:nvSpPr>
        <p:spPr>
          <a:xfrm>
            <a:off x="4572005" y="0"/>
            <a:ext cx="4572005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1" i="0" cap="none">
              <a:solidFill>
                <a:schemeClr val="lt2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50" name="Google Shape;150;p27"/>
          <p:cNvSpPr txBox="1">
            <a:spLocks noGrp="1"/>
          </p:cNvSpPr>
          <p:nvPr>
            <p:ph type="title"/>
          </p:nvPr>
        </p:nvSpPr>
        <p:spPr>
          <a:xfrm>
            <a:off x="237378" y="135244"/>
            <a:ext cx="8000670" cy="492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27"/>
          <p:cNvSpPr txBox="1">
            <a:spLocks noGrp="1"/>
          </p:cNvSpPr>
          <p:nvPr>
            <p:ph type="body" idx="1"/>
          </p:nvPr>
        </p:nvSpPr>
        <p:spPr>
          <a:xfrm>
            <a:off x="237375" y="742930"/>
            <a:ext cx="4000335" cy="4143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>
            <a:lvl1pPr marL="457200" lvl="0" indent="-3111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300"/>
              <a:buChar char="•"/>
              <a:defRPr/>
            </a:lvl1pPr>
            <a:lvl2pPr marL="914400" lvl="1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2pPr>
            <a:lvl3pPr marL="1371600" lvl="2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grpSp>
        <p:nvGrpSpPr>
          <p:cNvPr id="152" name="Google Shape;152;p27"/>
          <p:cNvGrpSpPr/>
          <p:nvPr/>
        </p:nvGrpSpPr>
        <p:grpSpPr>
          <a:xfrm>
            <a:off x="8255524" y="66639"/>
            <a:ext cx="827065" cy="722093"/>
            <a:chOff x="10401089" y="83956"/>
            <a:chExt cx="1042015" cy="909748"/>
          </a:xfrm>
        </p:grpSpPr>
        <p:sp>
          <p:nvSpPr>
            <p:cNvPr id="153" name="Google Shape;153;p27"/>
            <p:cNvSpPr/>
            <p:nvPr/>
          </p:nvSpPr>
          <p:spPr>
            <a:xfrm rot="2700000">
              <a:off x="10475317" y="359629"/>
              <a:ext cx="358403" cy="358403"/>
            </a:xfrm>
            <a:prstGeom prst="roundRect">
              <a:avLst>
                <a:gd name="adj" fmla="val 5238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 i="0" cap="none">
                <a:solidFill>
                  <a:schemeClr val="lt2"/>
                </a:solidFill>
                <a:latin typeface="Arial Narrow"/>
                <a:ea typeface="Arial Narrow"/>
                <a:cs typeface="Arial Narrow"/>
                <a:sym typeface="Arial Narrow"/>
              </a:endParaRPr>
            </a:p>
          </p:txBody>
        </p:sp>
        <p:sp>
          <p:nvSpPr>
            <p:cNvPr id="154" name="Google Shape;154;p27"/>
            <p:cNvSpPr/>
            <p:nvPr/>
          </p:nvSpPr>
          <p:spPr>
            <a:xfrm rot="2700000">
              <a:off x="10666586" y="217186"/>
              <a:ext cx="643289" cy="643289"/>
            </a:xfrm>
            <a:prstGeom prst="roundRect">
              <a:avLst>
                <a:gd name="adj" fmla="val 5238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 i="0" cap="none">
                <a:solidFill>
                  <a:schemeClr val="lt2"/>
                </a:solidFill>
                <a:latin typeface="Arial Narrow"/>
                <a:ea typeface="Arial Narrow"/>
                <a:cs typeface="Arial Narrow"/>
                <a:sym typeface="Arial Narrow"/>
              </a:endParaRPr>
            </a:p>
          </p:txBody>
        </p:sp>
        <p:pic>
          <p:nvPicPr>
            <p:cNvPr id="155" name="Google Shape;155;p27"/>
            <p:cNvPicPr preferRelativeResize="0"/>
            <p:nvPr/>
          </p:nvPicPr>
          <p:blipFill rotWithShape="1">
            <a:blip r:embed="rId2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0460009" y="140930"/>
              <a:ext cx="927344" cy="79580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6" name="Google Shape;156;p27"/>
          <p:cNvSpPr txBox="1">
            <a:spLocks noGrp="1"/>
          </p:cNvSpPr>
          <p:nvPr>
            <p:ph type="body" idx="2"/>
          </p:nvPr>
        </p:nvSpPr>
        <p:spPr>
          <a:xfrm>
            <a:off x="4572005" y="742930"/>
            <a:ext cx="4576563" cy="4143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1450" tIns="200025" rIns="0" bIns="36275" anchor="t" anchorCtr="0">
            <a:noAutofit/>
          </a:bodyPr>
          <a:lstStyle>
            <a:lvl1pPr marL="457200" lvl="0" indent="-228600" algn="l">
              <a:lnSpc>
                <a:spcPct val="55555"/>
              </a:lnSpc>
              <a:spcBef>
                <a:spcPts val="1000"/>
              </a:spcBef>
              <a:spcAft>
                <a:spcPts val="0"/>
              </a:spcAft>
              <a:buSzPts val="1300"/>
              <a:buNone/>
              <a:defRPr sz="1400" b="0">
                <a:solidFill>
                  <a:schemeClr val="lt2"/>
                </a:solidFill>
                <a:latin typeface="Consolas"/>
                <a:ea typeface="Consolas"/>
                <a:cs typeface="Consolas"/>
                <a:sym typeface="Consolas"/>
              </a:defRPr>
            </a:lvl1pPr>
            <a:lvl2pPr marL="914400" lvl="1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2pPr>
            <a:lvl3pPr marL="1371600" lvl="2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57" name="Google Shape;157;p2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72575" tIns="36275" rIns="72575" bIns="36275" anchor="t" anchorCtr="0">
            <a:noAutofit/>
          </a:bodyPr>
          <a:lstStyle>
            <a:lvl1pPr lvl="0">
              <a:buNone/>
              <a:defRPr sz="1300"/>
            </a:lvl1pPr>
            <a:lvl2pPr lvl="1">
              <a:buNone/>
              <a:defRPr sz="1300"/>
            </a:lvl2pPr>
            <a:lvl3pPr lvl="2">
              <a:buNone/>
              <a:defRPr sz="1300"/>
            </a:lvl3pPr>
            <a:lvl4pPr lvl="3">
              <a:buNone/>
              <a:defRPr sz="1300"/>
            </a:lvl4pPr>
            <a:lvl5pPr lvl="4">
              <a:buNone/>
              <a:defRPr sz="1300"/>
            </a:lvl5pPr>
            <a:lvl6pPr lvl="5">
              <a:buNone/>
              <a:defRPr sz="1300"/>
            </a:lvl6pPr>
            <a:lvl7pPr lvl="6">
              <a:buNone/>
              <a:defRPr sz="1300"/>
            </a:lvl7pPr>
            <a:lvl8pPr lvl="7">
              <a:buNone/>
              <a:defRPr sz="1300"/>
            </a:lvl8pPr>
            <a:lvl9pPr lvl="8">
              <a:buNone/>
              <a:defRPr sz="13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de Slide 2">
  <p:cSld name="Code Slide 2"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8"/>
          <p:cNvSpPr/>
          <p:nvPr/>
        </p:nvSpPr>
        <p:spPr>
          <a:xfrm>
            <a:off x="4572005" y="0"/>
            <a:ext cx="4572005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1" i="0" cap="none">
              <a:solidFill>
                <a:schemeClr val="lt2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60" name="Google Shape;160;p28"/>
          <p:cNvSpPr txBox="1">
            <a:spLocks noGrp="1"/>
          </p:cNvSpPr>
          <p:nvPr>
            <p:ph type="title"/>
          </p:nvPr>
        </p:nvSpPr>
        <p:spPr>
          <a:xfrm>
            <a:off x="237378" y="135244"/>
            <a:ext cx="8000670" cy="492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1" name="Google Shape;161;p28"/>
          <p:cNvSpPr txBox="1">
            <a:spLocks noGrp="1"/>
          </p:cNvSpPr>
          <p:nvPr>
            <p:ph type="body" idx="1"/>
          </p:nvPr>
        </p:nvSpPr>
        <p:spPr>
          <a:xfrm>
            <a:off x="237375" y="742930"/>
            <a:ext cx="4000335" cy="4143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>
            <a:lvl1pPr marL="457200" lvl="0" indent="-3111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300"/>
              <a:buChar char="•"/>
              <a:defRPr/>
            </a:lvl1pPr>
            <a:lvl2pPr marL="914400" lvl="1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2pPr>
            <a:lvl3pPr marL="1371600" lvl="2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grpSp>
        <p:nvGrpSpPr>
          <p:cNvPr id="162" name="Google Shape;162;p28"/>
          <p:cNvGrpSpPr/>
          <p:nvPr/>
        </p:nvGrpSpPr>
        <p:grpSpPr>
          <a:xfrm>
            <a:off x="8255524" y="66639"/>
            <a:ext cx="827065" cy="722093"/>
            <a:chOff x="10401089" y="83956"/>
            <a:chExt cx="1042015" cy="909748"/>
          </a:xfrm>
        </p:grpSpPr>
        <p:sp>
          <p:nvSpPr>
            <p:cNvPr id="163" name="Google Shape;163;p28"/>
            <p:cNvSpPr/>
            <p:nvPr/>
          </p:nvSpPr>
          <p:spPr>
            <a:xfrm rot="2700000">
              <a:off x="10475317" y="359629"/>
              <a:ext cx="358403" cy="358403"/>
            </a:xfrm>
            <a:prstGeom prst="roundRect">
              <a:avLst>
                <a:gd name="adj" fmla="val 5238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 i="0" cap="none">
                <a:solidFill>
                  <a:schemeClr val="lt2"/>
                </a:solidFill>
                <a:latin typeface="Arial Narrow"/>
                <a:ea typeface="Arial Narrow"/>
                <a:cs typeface="Arial Narrow"/>
                <a:sym typeface="Arial Narrow"/>
              </a:endParaRPr>
            </a:p>
          </p:txBody>
        </p:sp>
        <p:sp>
          <p:nvSpPr>
            <p:cNvPr id="164" name="Google Shape;164;p28"/>
            <p:cNvSpPr/>
            <p:nvPr/>
          </p:nvSpPr>
          <p:spPr>
            <a:xfrm rot="2700000">
              <a:off x="10666586" y="217186"/>
              <a:ext cx="643289" cy="643289"/>
            </a:xfrm>
            <a:prstGeom prst="roundRect">
              <a:avLst>
                <a:gd name="adj" fmla="val 5238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 i="0" cap="none">
                <a:solidFill>
                  <a:schemeClr val="lt2"/>
                </a:solidFill>
                <a:latin typeface="Arial Narrow"/>
                <a:ea typeface="Arial Narrow"/>
                <a:cs typeface="Arial Narrow"/>
                <a:sym typeface="Arial Narrow"/>
              </a:endParaRPr>
            </a:p>
          </p:txBody>
        </p:sp>
        <p:pic>
          <p:nvPicPr>
            <p:cNvPr id="165" name="Google Shape;165;p28"/>
            <p:cNvPicPr preferRelativeResize="0"/>
            <p:nvPr/>
          </p:nvPicPr>
          <p:blipFill rotWithShape="1">
            <a:blip r:embed="rId2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0460009" y="140930"/>
              <a:ext cx="927344" cy="79580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6" name="Google Shape;166;p28"/>
          <p:cNvSpPr txBox="1">
            <a:spLocks noGrp="1"/>
          </p:cNvSpPr>
          <p:nvPr>
            <p:ph type="body" idx="2"/>
          </p:nvPr>
        </p:nvSpPr>
        <p:spPr>
          <a:xfrm>
            <a:off x="4572005" y="742930"/>
            <a:ext cx="4576563" cy="4143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1450" tIns="200025" rIns="0" bIns="36275" anchor="t" anchorCtr="0">
            <a:noAutofit/>
          </a:bodyPr>
          <a:lstStyle>
            <a:lvl1pPr marL="457200" lvl="0" indent="-228600" algn="l">
              <a:lnSpc>
                <a:spcPct val="55555"/>
              </a:lnSpc>
              <a:spcBef>
                <a:spcPts val="1000"/>
              </a:spcBef>
              <a:spcAft>
                <a:spcPts val="0"/>
              </a:spcAft>
              <a:buSzPts val="1300"/>
              <a:buNone/>
              <a:defRPr sz="1400" b="0">
                <a:solidFill>
                  <a:schemeClr val="lt2"/>
                </a:solidFill>
                <a:latin typeface="Consolas"/>
                <a:ea typeface="Consolas"/>
                <a:cs typeface="Consolas"/>
                <a:sym typeface="Consolas"/>
              </a:defRPr>
            </a:lvl1pPr>
            <a:lvl2pPr marL="914400" lvl="1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2pPr>
            <a:lvl3pPr marL="1371600" lvl="2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67" name="Google Shape;167;p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72575" tIns="36275" rIns="72575" bIns="36275" anchor="t" anchorCtr="0">
            <a:noAutofit/>
          </a:bodyPr>
          <a:lstStyle>
            <a:lvl1pPr lvl="0">
              <a:buNone/>
              <a:defRPr sz="1300"/>
            </a:lvl1pPr>
            <a:lvl2pPr lvl="1">
              <a:buNone/>
              <a:defRPr sz="1300"/>
            </a:lvl2pPr>
            <a:lvl3pPr lvl="2">
              <a:buNone/>
              <a:defRPr sz="1300"/>
            </a:lvl3pPr>
            <a:lvl4pPr lvl="3">
              <a:buNone/>
              <a:defRPr sz="1300"/>
            </a:lvl4pPr>
            <a:lvl5pPr lvl="4">
              <a:buNone/>
              <a:defRPr sz="1300"/>
            </a:lvl5pPr>
            <a:lvl6pPr lvl="5">
              <a:buNone/>
              <a:defRPr sz="1300"/>
            </a:lvl6pPr>
            <a:lvl7pPr lvl="6">
              <a:buNone/>
              <a:defRPr sz="1300"/>
            </a:lvl7pPr>
            <a:lvl8pPr lvl="7">
              <a:buNone/>
              <a:defRPr sz="1300"/>
            </a:lvl8pPr>
            <a:lvl9pPr lvl="8">
              <a:buNone/>
              <a:defRPr sz="13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Empty White">
  <p:cSld name="Empty White">
    <p:bg>
      <p:bgPr>
        <a:solidFill>
          <a:schemeClr val="lt2"/>
        </a:solidFill>
        <a:effectLst/>
      </p:bgPr>
    </p:bg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72575" tIns="36275" rIns="72575" bIns="36275" anchor="t" anchorCtr="0">
            <a:noAutofit/>
          </a:bodyPr>
          <a:lstStyle>
            <a:lvl1pPr lvl="0">
              <a:buNone/>
              <a:defRPr sz="1300"/>
            </a:lvl1pPr>
            <a:lvl2pPr lvl="1">
              <a:buNone/>
              <a:defRPr sz="1300"/>
            </a:lvl2pPr>
            <a:lvl3pPr lvl="2">
              <a:buNone/>
              <a:defRPr sz="1300"/>
            </a:lvl3pPr>
            <a:lvl4pPr lvl="3">
              <a:buNone/>
              <a:defRPr sz="1300"/>
            </a:lvl4pPr>
            <a:lvl5pPr lvl="4">
              <a:buNone/>
              <a:defRPr sz="1300"/>
            </a:lvl5pPr>
            <a:lvl6pPr lvl="5">
              <a:buNone/>
              <a:defRPr sz="1300"/>
            </a:lvl6pPr>
            <a:lvl7pPr lvl="6">
              <a:buNone/>
              <a:defRPr sz="1300"/>
            </a:lvl7pPr>
            <a:lvl8pPr lvl="7">
              <a:buNone/>
              <a:defRPr sz="1300"/>
            </a:lvl8pPr>
            <a:lvl9pPr lvl="8">
              <a:buNone/>
              <a:defRPr sz="13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Empty Black">
  <p:cSld name="Empty Black">
    <p:bg>
      <p:bgPr>
        <a:solidFill>
          <a:schemeClr val="dk1"/>
        </a:solid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72575" tIns="36275" rIns="72575" bIns="36275" anchor="t" anchorCtr="0">
            <a:noAutofit/>
          </a:bodyPr>
          <a:lstStyle>
            <a:lvl1pPr lvl="0">
              <a:buNone/>
              <a:defRPr sz="1300"/>
            </a:lvl1pPr>
            <a:lvl2pPr lvl="1">
              <a:buNone/>
              <a:defRPr sz="1300"/>
            </a:lvl2pPr>
            <a:lvl3pPr lvl="2">
              <a:buNone/>
              <a:defRPr sz="1300"/>
            </a:lvl3pPr>
            <a:lvl4pPr lvl="3">
              <a:buNone/>
              <a:defRPr sz="1300"/>
            </a:lvl4pPr>
            <a:lvl5pPr lvl="4">
              <a:buNone/>
              <a:defRPr sz="1300"/>
            </a:lvl5pPr>
            <a:lvl6pPr lvl="5">
              <a:buNone/>
              <a:defRPr sz="1300"/>
            </a:lvl6pPr>
            <a:lvl7pPr lvl="6">
              <a:buNone/>
              <a:defRPr sz="1300"/>
            </a:lvl7pPr>
            <a:lvl8pPr lvl="7">
              <a:buNone/>
              <a:defRPr sz="1300"/>
            </a:lvl8pPr>
            <a:lvl9pPr lvl="8">
              <a:buNone/>
              <a:defRPr sz="13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hank you + Q&amp;A">
  <p:cSld name="Thank you + Q&amp;A">
    <p:bg>
      <p:bgPr>
        <a:solidFill>
          <a:srgbClr val="B4B4B6"/>
        </a:solidFill>
        <a:effectLst/>
      </p:bgPr>
    </p:bg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1"/>
          <p:cNvSpPr txBox="1"/>
          <p:nvPr/>
        </p:nvSpPr>
        <p:spPr>
          <a:xfrm>
            <a:off x="1532192" y="1567205"/>
            <a:ext cx="2474929" cy="6595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 b="0" i="0" u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Thank you!</a:t>
            </a:r>
            <a:endParaRPr sz="1100"/>
          </a:p>
        </p:txBody>
      </p:sp>
      <p:sp>
        <p:nvSpPr>
          <p:cNvPr id="174" name="Google Shape;174;p31"/>
          <p:cNvSpPr/>
          <p:nvPr/>
        </p:nvSpPr>
        <p:spPr>
          <a:xfrm>
            <a:off x="5152847" y="1180109"/>
            <a:ext cx="2574971" cy="2575008"/>
          </a:xfrm>
          <a:custGeom>
            <a:avLst/>
            <a:gdLst/>
            <a:ahLst/>
            <a:cxnLst/>
            <a:rect l="l" t="t" r="r" b="b"/>
            <a:pathLst>
              <a:path w="158750" h="158750" extrusionOk="0">
                <a:moveTo>
                  <a:pt x="8255" y="0"/>
                </a:moveTo>
                <a:cubicBezTo>
                  <a:pt x="3810" y="0"/>
                  <a:pt x="0" y="3810"/>
                  <a:pt x="0" y="8255"/>
                </a:cubicBezTo>
                <a:lnTo>
                  <a:pt x="0" y="119380"/>
                </a:lnTo>
                <a:lnTo>
                  <a:pt x="31750" y="87630"/>
                </a:lnTo>
                <a:lnTo>
                  <a:pt x="111125" y="87630"/>
                </a:lnTo>
                <a:cubicBezTo>
                  <a:pt x="115570" y="87630"/>
                  <a:pt x="119380" y="83820"/>
                  <a:pt x="119380" y="79375"/>
                </a:cubicBezTo>
                <a:lnTo>
                  <a:pt x="119380" y="8255"/>
                </a:lnTo>
                <a:cubicBezTo>
                  <a:pt x="119380" y="3810"/>
                  <a:pt x="115570" y="0"/>
                  <a:pt x="111125" y="0"/>
                </a:cubicBezTo>
                <a:close/>
                <a:moveTo>
                  <a:pt x="135255" y="31750"/>
                </a:moveTo>
                <a:lnTo>
                  <a:pt x="135255" y="103505"/>
                </a:lnTo>
                <a:lnTo>
                  <a:pt x="31750" y="103505"/>
                </a:lnTo>
                <a:lnTo>
                  <a:pt x="31750" y="119380"/>
                </a:lnTo>
                <a:cubicBezTo>
                  <a:pt x="31750" y="123190"/>
                  <a:pt x="35560" y="127000"/>
                  <a:pt x="40005" y="127000"/>
                </a:cubicBezTo>
                <a:lnTo>
                  <a:pt x="127000" y="127000"/>
                </a:lnTo>
                <a:lnTo>
                  <a:pt x="158750" y="158750"/>
                </a:lnTo>
                <a:lnTo>
                  <a:pt x="158750" y="40005"/>
                </a:lnTo>
                <a:cubicBezTo>
                  <a:pt x="158750" y="35560"/>
                  <a:pt x="154940" y="31750"/>
                  <a:pt x="151130" y="3175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72575" tIns="72575" rIns="72575" bIns="725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31"/>
          <p:cNvSpPr txBox="1"/>
          <p:nvPr/>
        </p:nvSpPr>
        <p:spPr>
          <a:xfrm>
            <a:off x="5545468" y="1591635"/>
            <a:ext cx="1160552" cy="6107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 b="1" i="0" u="none">
                <a:solidFill>
                  <a:srgbClr val="B4B4B6"/>
                </a:solidFill>
                <a:latin typeface="Calibri"/>
                <a:ea typeface="Calibri"/>
                <a:cs typeface="Calibri"/>
                <a:sym typeface="Calibri"/>
              </a:rPr>
              <a:t>Q&amp;A</a:t>
            </a:r>
            <a:endParaRPr sz="1100"/>
          </a:p>
        </p:txBody>
      </p:sp>
      <p:sp>
        <p:nvSpPr>
          <p:cNvPr id="176" name="Google Shape;176;p3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72575" tIns="36275" rIns="72575" bIns="36275" anchor="t" anchorCtr="0">
            <a:noAutofit/>
          </a:bodyPr>
          <a:lstStyle>
            <a:lvl1pPr lvl="0">
              <a:buNone/>
              <a:defRPr sz="1300"/>
            </a:lvl1pPr>
            <a:lvl2pPr lvl="1">
              <a:buNone/>
              <a:defRPr sz="1300"/>
            </a:lvl2pPr>
            <a:lvl3pPr lvl="2">
              <a:buNone/>
              <a:defRPr sz="1300"/>
            </a:lvl3pPr>
            <a:lvl4pPr lvl="3">
              <a:buNone/>
              <a:defRPr sz="1300"/>
            </a:lvl4pPr>
            <a:lvl5pPr lvl="4">
              <a:buNone/>
              <a:defRPr sz="1300"/>
            </a:lvl5pPr>
            <a:lvl6pPr lvl="5">
              <a:buNone/>
              <a:defRPr sz="1300"/>
            </a:lvl6pPr>
            <a:lvl7pPr lvl="6">
              <a:buNone/>
              <a:defRPr sz="1300"/>
            </a:lvl7pPr>
            <a:lvl8pPr lvl="7">
              <a:buNone/>
              <a:defRPr sz="1300"/>
            </a:lvl8pPr>
            <a:lvl9pPr lvl="8">
              <a:buNone/>
              <a:defRPr sz="13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Group 60">
            <a:extLst>
              <a:ext uri="{FF2B5EF4-FFF2-40B4-BE49-F238E27FC236}">
                <a16:creationId xmlns:a16="http://schemas.microsoft.com/office/drawing/2014/main" id="{F192FC1B-B3A0-78B7-C079-3AD8A4EDAFEE}"/>
              </a:ext>
            </a:extLst>
          </p:cNvPr>
          <p:cNvGrpSpPr/>
          <p:nvPr userDrawn="1"/>
        </p:nvGrpSpPr>
        <p:grpSpPr>
          <a:xfrm>
            <a:off x="1823463" y="163206"/>
            <a:ext cx="1581803" cy="342091"/>
            <a:chOff x="3645356" y="188193"/>
            <a:chExt cx="5677387" cy="1227805"/>
          </a:xfrm>
        </p:grpSpPr>
        <p:pic>
          <p:nvPicPr>
            <p:cNvPr id="60" name="Picture 59">
              <a:extLst>
                <a:ext uri="{FF2B5EF4-FFF2-40B4-BE49-F238E27FC236}">
                  <a16:creationId xmlns:a16="http://schemas.microsoft.com/office/drawing/2014/main" id="{DFDC3554-F5A8-F2B0-CDD0-9503A1DE3A01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/>
            <a:srcRect l="25668" r="25422" b="25369"/>
            <a:stretch/>
          </p:blipFill>
          <p:spPr>
            <a:xfrm>
              <a:off x="3645356" y="188193"/>
              <a:ext cx="1265256" cy="1227805"/>
            </a:xfrm>
            <a:prstGeom prst="rect">
              <a:avLst/>
            </a:prstGeom>
          </p:spPr>
        </p:pic>
        <p:pic>
          <p:nvPicPr>
            <p:cNvPr id="62" name="Picture 61">
              <a:extLst>
                <a:ext uri="{FF2B5EF4-FFF2-40B4-BE49-F238E27FC236}">
                  <a16:creationId xmlns:a16="http://schemas.microsoft.com/office/drawing/2014/main" id="{3449E88C-0CCF-054C-1626-D1593E596CF5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/>
            <a:srcRect t="80435"/>
            <a:stretch/>
          </p:blipFill>
          <p:spPr>
            <a:xfrm>
              <a:off x="5015386" y="482548"/>
              <a:ext cx="4307357" cy="535960"/>
            </a:xfrm>
            <a:prstGeom prst="rect">
              <a:avLst/>
            </a:prstGeom>
          </p:spPr>
        </p:pic>
      </p:grpSp>
      <p:sp>
        <p:nvSpPr>
          <p:cNvPr id="43" name="Isosceles Triangle 42">
            <a:extLst>
              <a:ext uri="{FF2B5EF4-FFF2-40B4-BE49-F238E27FC236}">
                <a16:creationId xmlns:a16="http://schemas.microsoft.com/office/drawing/2014/main" id="{8D234E9D-C054-5674-1BA3-6CDBCAEC8DE6}"/>
              </a:ext>
            </a:extLst>
          </p:cNvPr>
          <p:cNvSpPr/>
          <p:nvPr userDrawn="1"/>
        </p:nvSpPr>
        <p:spPr>
          <a:xfrm>
            <a:off x="5653731" y="1653177"/>
            <a:ext cx="3490269" cy="3490323"/>
          </a:xfrm>
          <a:prstGeom prst="triangle">
            <a:avLst>
              <a:gd name="adj" fmla="val 100000"/>
            </a:avLst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111" b="1" i="0" cap="none" spc="0" noProof="0">
              <a:ln>
                <a:noFill/>
              </a:ln>
              <a:solidFill>
                <a:schemeClr val="bg2"/>
              </a:solidFill>
              <a:effectLst/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DE74E66C-D0DE-D973-3A0F-2E71084138B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6117" y="212211"/>
            <a:ext cx="1325873" cy="220982"/>
          </a:xfrm>
          <a:prstGeom prst="rect">
            <a:avLst/>
          </a:prstGeom>
        </p:spPr>
      </p:pic>
      <p:sp>
        <p:nvSpPr>
          <p:cNvPr id="30" name="Subtitle 2">
            <a:extLst>
              <a:ext uri="{FF2B5EF4-FFF2-40B4-BE49-F238E27FC236}">
                <a16:creationId xmlns:a16="http://schemas.microsoft.com/office/drawing/2014/main" id="{D93D6F44-AA10-891D-BF7D-311C32BF0F90}"/>
              </a:ext>
            </a:extLst>
          </p:cNvPr>
          <p:cNvSpPr>
            <a:spLocks noGrp="1"/>
          </p:cNvSpPr>
          <p:nvPr userDrawn="1">
            <p:ph type="subTitle" idx="1"/>
          </p:nvPr>
        </p:nvSpPr>
        <p:spPr>
          <a:xfrm>
            <a:off x="286116" y="2336781"/>
            <a:ext cx="4571806" cy="285742"/>
          </a:xfrm>
        </p:spPr>
        <p:txBody>
          <a:bodyPr lIns="0" tIns="0" rIns="0" bIns="0" anchor="b"/>
          <a:lstStyle>
            <a:lvl1pPr marL="0" indent="0" algn="l">
              <a:buNone/>
              <a:defRPr sz="1905" b="0">
                <a:solidFill>
                  <a:schemeClr val="tx1"/>
                </a:solidFill>
                <a:latin typeface="Calibri Light" panose="020F0302020204030204" pitchFamily="34" charset="0"/>
                <a:ea typeface="Roboto Condensed Light" panose="02000000000000000000" pitchFamily="2" charset="0"/>
                <a:cs typeface="Calibri Light" panose="020F0302020204030204" pitchFamily="34" charset="0"/>
              </a:defRPr>
            </a:lvl1pPr>
            <a:lvl2pPr marL="342885" indent="0" algn="ctr">
              <a:buNone/>
              <a:defRPr sz="1500"/>
            </a:lvl2pPr>
            <a:lvl3pPr marL="685770" indent="0" algn="ctr">
              <a:buNone/>
              <a:defRPr sz="1350"/>
            </a:lvl3pPr>
            <a:lvl4pPr marL="1028655" indent="0" algn="ctr">
              <a:buNone/>
              <a:defRPr sz="1200"/>
            </a:lvl4pPr>
            <a:lvl5pPr marL="1371540" indent="0" algn="ctr">
              <a:buNone/>
              <a:defRPr sz="1200"/>
            </a:lvl5pPr>
            <a:lvl6pPr marL="1714425" indent="0" algn="ctr">
              <a:buNone/>
              <a:defRPr sz="1200"/>
            </a:lvl6pPr>
            <a:lvl7pPr marL="2057310" indent="0" algn="ctr">
              <a:buNone/>
              <a:defRPr sz="1200"/>
            </a:lvl7pPr>
            <a:lvl8pPr marL="2400195" indent="0" algn="ctr">
              <a:buNone/>
              <a:defRPr sz="1200"/>
            </a:lvl8pPr>
            <a:lvl9pPr marL="2743080" indent="0" algn="ctr">
              <a:buNone/>
              <a:defRPr sz="1200"/>
            </a:lvl9pPr>
          </a:lstStyle>
          <a:p>
            <a:r>
              <a:rPr lang="en-US" noProof="0"/>
              <a:t>Click to edit Master subtitle style</a:t>
            </a:r>
            <a:endParaRPr lang="en-US" noProof="0" dirty="0"/>
          </a:p>
        </p:txBody>
      </p:sp>
      <p:sp>
        <p:nvSpPr>
          <p:cNvPr id="31" name="Title 8">
            <a:extLst>
              <a:ext uri="{FF2B5EF4-FFF2-40B4-BE49-F238E27FC236}">
                <a16:creationId xmlns:a16="http://schemas.microsoft.com/office/drawing/2014/main" id="{5D78059F-19FB-CAFA-4937-958597D5C90B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286114" y="1391112"/>
            <a:ext cx="8000661" cy="857227"/>
          </a:xfrm>
        </p:spPr>
        <p:txBody>
          <a:bodyPr anchor="t"/>
          <a:lstStyle>
            <a:lvl1pPr>
              <a:defRPr sz="2857" b="0">
                <a:solidFill>
                  <a:schemeClr val="accent3"/>
                </a:solidFill>
                <a:latin typeface="+mj-lt"/>
                <a:ea typeface="Roboto Condensed" panose="02000000000000000000" pitchFamily="2" charset="0"/>
              </a:defRPr>
            </a:lvl1pPr>
          </a:lstStyle>
          <a:p>
            <a:r>
              <a:rPr lang="en-US" noProof="0" dirty="0"/>
              <a:t>Click to edit Master title style (in case you have a</a:t>
            </a:r>
            <a:br>
              <a:rPr lang="en-US" noProof="0" dirty="0"/>
            </a:br>
            <a:r>
              <a:rPr lang="en-US" noProof="0" dirty="0"/>
              <a:t>very very long title it can also span multiple lines)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2C68568A-23B5-DA36-6C0D-2408AF9BED45}"/>
              </a:ext>
            </a:extLst>
          </p:cNvPr>
          <p:cNvSpPr/>
          <p:nvPr userDrawn="1"/>
        </p:nvSpPr>
        <p:spPr>
          <a:xfrm rot="2700000">
            <a:off x="7461812" y="2614218"/>
            <a:ext cx="1213082" cy="1213063"/>
          </a:xfrm>
          <a:prstGeom prst="roundRect">
            <a:avLst>
              <a:gd name="adj" fmla="val 4159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111" noProof="0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9E5778BE-53D9-EBE2-E1E3-9486D873D633}"/>
              </a:ext>
            </a:extLst>
          </p:cNvPr>
          <p:cNvSpPr/>
          <p:nvPr userDrawn="1"/>
        </p:nvSpPr>
        <p:spPr>
          <a:xfrm rot="2700000">
            <a:off x="7104883" y="2891495"/>
            <a:ext cx="646330" cy="662603"/>
          </a:xfrm>
          <a:prstGeom prst="roundRect">
            <a:avLst>
              <a:gd name="adj" fmla="val 8380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111" noProof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D34F58EB-B7F2-49D6-1DDD-84753A25C0D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21340" y="2434955"/>
            <a:ext cx="1836545" cy="1576054"/>
          </a:xfrm>
          <a:prstGeom prst="rect">
            <a:avLst/>
          </a:prstGeom>
          <a:ln w="66675">
            <a:noFill/>
          </a:ln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83722F6A-3AA4-BFC3-F572-3A7E83CD6F6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95890" y="4503916"/>
            <a:ext cx="260270" cy="223355"/>
          </a:xfrm>
          <a:prstGeom prst="rect">
            <a:avLst/>
          </a:prstGeom>
        </p:spPr>
      </p:pic>
      <p:pic>
        <p:nvPicPr>
          <p:cNvPr id="22" name="Picture 21" descr="A picture containing ax, vector graphics, tool&#10;&#10;Description automatically generated">
            <a:extLst>
              <a:ext uri="{FF2B5EF4-FFF2-40B4-BE49-F238E27FC236}">
                <a16:creationId xmlns:a16="http://schemas.microsoft.com/office/drawing/2014/main" id="{4DD662A7-2596-572A-621E-FC676E54EA96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622963" y="4258967"/>
            <a:ext cx="223066" cy="183508"/>
          </a:xfrm>
          <a:prstGeom prst="rect">
            <a:avLst/>
          </a:prstGeom>
        </p:spPr>
      </p:pic>
      <p:pic>
        <p:nvPicPr>
          <p:cNvPr id="26" name="Graphic 25">
            <a:extLst>
              <a:ext uri="{FF2B5EF4-FFF2-40B4-BE49-F238E27FC236}">
                <a16:creationId xmlns:a16="http://schemas.microsoft.com/office/drawing/2014/main" id="{2FC50372-BF19-6EDB-06B0-B684360D324B}"/>
              </a:ext>
            </a:extLst>
          </p:cNvPr>
          <p:cNvPicPr>
            <a:picLocks noChangeAspect="1"/>
          </p:cNvPicPr>
          <p:nvPr userDrawn="1"/>
        </p:nvPicPr>
        <p:blipFill>
          <a:blip>
            <a:alphaModFix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606364" y="4781048"/>
            <a:ext cx="256264" cy="177290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290F954B-C9F2-7811-FBF9-F2B6708CE96A}"/>
              </a:ext>
            </a:extLst>
          </p:cNvPr>
          <p:cNvSpPr txBox="1"/>
          <p:nvPr userDrawn="1"/>
        </p:nvSpPr>
        <p:spPr>
          <a:xfrm>
            <a:off x="6949011" y="4480217"/>
            <a:ext cx="1657353" cy="2755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91" b="0" i="0" u="none" noProof="0">
                <a:solidFill>
                  <a:schemeClr val="bg2"/>
                </a:solidFill>
                <a:latin typeface="Calibri Light" panose="020F0302020204030204" pitchFamily="34" charset="0"/>
                <a:ea typeface="Roboto Condensed Light" panose="02000000000000000000" pitchFamily="2" charset="0"/>
                <a:cs typeface="Calibri Light" panose="020F0302020204030204" pitchFamily="34" charset="0"/>
              </a:rPr>
              <a:t>pulp-platform.org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8E24402-6167-3DAC-15F7-96A8C18DA6C3}"/>
              </a:ext>
            </a:extLst>
          </p:cNvPr>
          <p:cNvSpPr txBox="1"/>
          <p:nvPr userDrawn="1"/>
        </p:nvSpPr>
        <p:spPr>
          <a:xfrm>
            <a:off x="7360137" y="4233920"/>
            <a:ext cx="1246227" cy="2755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91" b="0" i="0" u="none" noProof="0">
                <a:solidFill>
                  <a:schemeClr val="bg2"/>
                </a:solidFill>
                <a:latin typeface="Calibri Light" panose="020F0302020204030204" pitchFamily="34" charset="0"/>
                <a:ea typeface="Roboto Condensed Light" panose="02000000000000000000" pitchFamily="2" charset="0"/>
                <a:cs typeface="Calibri Light" panose="020F0302020204030204" pitchFamily="34" charset="0"/>
              </a:rPr>
              <a:t>@pulp_platform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F70316D-DDCE-8E08-F033-57AFE61CA03C}"/>
              </a:ext>
            </a:extLst>
          </p:cNvPr>
          <p:cNvSpPr txBox="1"/>
          <p:nvPr userDrawn="1"/>
        </p:nvSpPr>
        <p:spPr>
          <a:xfrm>
            <a:off x="6573881" y="4726513"/>
            <a:ext cx="2032482" cy="2755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91" b="0" i="0" u="none" noProof="0">
                <a:solidFill>
                  <a:schemeClr val="bg2"/>
                </a:solidFill>
                <a:latin typeface="Calibri Light" panose="020F0302020204030204" pitchFamily="34" charset="0"/>
                <a:ea typeface="Roboto Condensed Light" panose="02000000000000000000" pitchFamily="2" charset="0"/>
                <a:cs typeface="Calibri Light" panose="020F0302020204030204" pitchFamily="34" charset="0"/>
              </a:rPr>
              <a:t>youtube.com/pulp_platform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5C09BED-6F4B-D060-60EF-CB1FD4E4F544}"/>
              </a:ext>
            </a:extLst>
          </p:cNvPr>
          <p:cNvSpPr txBox="1"/>
          <p:nvPr userDrawn="1"/>
        </p:nvSpPr>
        <p:spPr>
          <a:xfrm>
            <a:off x="286115" y="4412057"/>
            <a:ext cx="4538555" cy="539114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marL="0" marR="0" lvl="0" indent="0" algn="l" defTabSz="57146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29" b="1" i="0" noProof="0" dirty="0">
                <a:solidFill>
                  <a:schemeClr val="tx1"/>
                </a:solidFill>
                <a:latin typeface="+mj-lt"/>
                <a:ea typeface="Roboto Condensed" panose="02000000000000000000" pitchFamily="2" charset="0"/>
                <a:cs typeface="Arial Narrow" panose="020B0604020202020204" pitchFamily="34" charset="0"/>
              </a:rPr>
              <a:t>PULP Platform</a:t>
            </a:r>
            <a:br>
              <a:rPr lang="en-US" sz="1429" b="0" i="0" noProof="0" dirty="0">
                <a:solidFill>
                  <a:schemeClr val="tx1"/>
                </a:solidFill>
                <a:latin typeface="+mj-lt"/>
                <a:ea typeface="Roboto Condensed" panose="02000000000000000000" pitchFamily="2" charset="0"/>
                <a:cs typeface="Arial Narrow" panose="020B0604020202020204" pitchFamily="34" charset="0"/>
              </a:rPr>
            </a:br>
            <a:r>
              <a:rPr lang="en-US" sz="1429" b="0" i="0" noProof="0" dirty="0">
                <a:solidFill>
                  <a:schemeClr val="tx1"/>
                </a:solidFill>
                <a:latin typeface="Calibri Light" panose="020F0302020204030204" pitchFamily="34" charset="0"/>
                <a:ea typeface="Roboto Condensed Light" panose="02000000000000000000" pitchFamily="2" charset="0"/>
                <a:cs typeface="Calibri Light" panose="020F0302020204030204" pitchFamily="34" charset="0"/>
              </a:rPr>
              <a:t>Open Source Hardware, the way it should be!</a:t>
            </a:r>
          </a:p>
        </p:txBody>
      </p:sp>
      <p:sp>
        <p:nvSpPr>
          <p:cNvPr id="36" name="Text Placeholder 8">
            <a:extLst>
              <a:ext uri="{FF2B5EF4-FFF2-40B4-BE49-F238E27FC236}">
                <a16:creationId xmlns:a16="http://schemas.microsoft.com/office/drawing/2014/main" id="{E1C72157-447E-AAA3-80DA-9A3928C6C6A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86116" y="2913663"/>
            <a:ext cx="4571806" cy="1285416"/>
          </a:xfrm>
        </p:spPr>
        <p:txBody>
          <a:bodyPr/>
          <a:lstStyle>
            <a:lvl1pPr marL="0" indent="0">
              <a:buNone/>
              <a:defRPr sz="1587" b="0">
                <a:solidFill>
                  <a:schemeClr val="accent3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b="1" noProof="0" dirty="0">
                <a:latin typeface="+mj-lt"/>
              </a:rPr>
              <a:t>Author Name 1    </a:t>
            </a:r>
            <a:r>
              <a:rPr lang="en-US" noProof="0" dirty="0">
                <a:solidFill>
                  <a:schemeClr val="tx1"/>
                </a:solidFill>
              </a:rPr>
              <a:t>mail1@iis.ee.ethz.ch</a:t>
            </a:r>
            <a:br>
              <a:rPr lang="en-US" noProof="0" dirty="0">
                <a:solidFill>
                  <a:schemeClr val="tx1"/>
                </a:solidFill>
              </a:rPr>
            </a:br>
            <a:r>
              <a:rPr lang="en-US" b="1" noProof="0" dirty="0">
                <a:latin typeface="+mj-lt"/>
              </a:rPr>
              <a:t>Author Name 2    </a:t>
            </a:r>
            <a:r>
              <a:rPr lang="en-US" noProof="0" dirty="0">
                <a:solidFill>
                  <a:schemeClr val="tx1"/>
                </a:solidFill>
              </a:rPr>
              <a:t>mail2@iis.ee.ethz.ch</a:t>
            </a:r>
            <a:br>
              <a:rPr lang="en-US" b="1" noProof="0" dirty="0">
                <a:latin typeface="+mj-lt"/>
              </a:rPr>
            </a:br>
            <a:r>
              <a:rPr lang="en-US" b="1" noProof="0" dirty="0">
                <a:latin typeface="+mj-lt"/>
              </a:rPr>
              <a:t>Author Name 3    </a:t>
            </a:r>
            <a:r>
              <a:rPr lang="en-US" noProof="0" dirty="0">
                <a:solidFill>
                  <a:schemeClr val="tx1"/>
                </a:solidFill>
              </a:rPr>
              <a:t>mail3@unibo.it</a:t>
            </a:r>
            <a:br>
              <a:rPr lang="en-US" b="1" noProof="0" dirty="0">
                <a:latin typeface="+mj-lt"/>
              </a:rPr>
            </a:br>
            <a:r>
              <a:rPr lang="en-US" b="1" noProof="0" dirty="0">
                <a:latin typeface="+mj-lt"/>
              </a:rPr>
              <a:t>Author Name 4    </a:t>
            </a:r>
            <a:r>
              <a:rPr lang="en-US" noProof="0" dirty="0">
                <a:solidFill>
                  <a:schemeClr val="tx1"/>
                </a:solidFill>
              </a:rPr>
              <a:t>mail4@unibo.it</a:t>
            </a:r>
            <a:endParaRPr lang="en-US" b="1" noProof="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31996459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D077E-5042-0548-869A-7270756A6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0174C9C-B987-0541-A176-A2B2DAD7ED2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7376" y="742930"/>
            <a:ext cx="8000663" cy="4143263"/>
          </a:xfrm>
        </p:spPr>
        <p:txBody>
          <a:bodyPr lIns="0"/>
          <a:lstStyle>
            <a:lvl1pPr marL="228589" indent="-228589">
              <a:buClrTx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400025" indent="-171442">
              <a:buClrTx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571464" indent="-171442">
              <a:buClrTx/>
              <a:buFont typeface="Arial" panose="020B0604020202020204" pitchFamily="34" charset="0"/>
              <a:buChar char="•"/>
              <a:defRPr sz="1429">
                <a:solidFill>
                  <a:schemeClr val="tx1"/>
                </a:solidFill>
              </a:defRPr>
            </a:lvl3pPr>
            <a:lvl4pPr marL="742903" indent="-171442">
              <a:buClrTx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4pPr>
            <a:lvl5pPr marL="914342" indent="-171442">
              <a:buClrTx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AE741D-DF86-4A3D-DF9D-A4FFA6F777A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/>
              <a:t>QuantSparse 3D - Bowen Wang, Paul Scheffler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287C1C-F0E1-9B48-6BC9-7FFF56ADE91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3867F2A-E750-44E7-A740-D3E09DF683A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325940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-by-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0B9BE-1D26-7346-9AA8-506C5668F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3728336-7315-434C-A2F3-4C0D9A3AA4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7375" y="742930"/>
            <a:ext cx="4000331" cy="4143263"/>
          </a:xfrm>
        </p:spPr>
        <p:txBody>
          <a:bodyPr lIns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68EB7E14-95DC-BD46-A92B-290E248FFCB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37708" y="742930"/>
            <a:ext cx="4000331" cy="4143263"/>
          </a:xfrm>
        </p:spPr>
        <p:txBody>
          <a:bodyPr lIns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9B5078-341C-4154-4064-BE0AD2B3F9D4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/>
              <a:t>QuantSparse 3D - Bowen Wang, Paul Scheffler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FEADA4-720D-7361-338C-106924EF745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3867F2A-E750-44E7-A740-D3E09DF683A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22040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in-Thi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0B9BE-1D26-7346-9AA8-506C5668F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68EB7E14-95DC-BD46-A92B-290E248FFCB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94757" y="742930"/>
            <a:ext cx="5143282" cy="4143263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3728336-7315-434C-A2F3-4C0D9A3AA4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7378" y="742930"/>
            <a:ext cx="2857379" cy="4143263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BBB8B8-3BA4-B4B8-A5C5-6B943984B65D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/>
              <a:t>QuantSparse 3D - Bowen Wang, Paul Scheffler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BC55C4-9751-FC37-00B6-D3B10C1817F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3867F2A-E750-44E7-A740-D3E09DF683A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518494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ick-Th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0B9BE-1D26-7346-9AA8-506C5668F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3728336-7315-434C-A2F3-4C0D9A3AA4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7378" y="742930"/>
            <a:ext cx="5143282" cy="4143263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68EB7E14-95DC-BD46-A92B-290E248FFCB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80660" y="742930"/>
            <a:ext cx="2857379" cy="4143263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BF29531-4266-41D8-C902-18438A77E806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/>
              <a:t>QuantSparse 3D - Bowen Wang, Paul Scheffler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EADBFD-8297-D7FA-8C82-37223A28A9F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3867F2A-E750-44E7-A740-D3E09DF683A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20749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plus tw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B71930-E256-A84E-8AC4-067EFE37D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4A658AA-5F13-9145-AA9C-7217BB8AFC6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7378" y="742930"/>
            <a:ext cx="8000661" cy="2000196"/>
          </a:xfrm>
          <a:effectLst/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DBBDF1A2-5CF8-E945-BD80-7B75AF0E158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37377" y="2745388"/>
            <a:ext cx="4000331" cy="2143067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9" name="Content Placeholder 6">
            <a:extLst>
              <a:ext uri="{FF2B5EF4-FFF2-40B4-BE49-F238E27FC236}">
                <a16:creationId xmlns:a16="http://schemas.microsoft.com/office/drawing/2014/main" id="{D52D67F4-7CD9-7D48-9F3C-897EB7BBCA2F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237708" y="2745388"/>
            <a:ext cx="4000331" cy="2143067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8C37B2-5C80-94D6-1AEA-FC88E0D7A649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en-US"/>
              <a:t>QuantSparse 3D - Bowen Wang, Paul Scheffler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601DA4-BFA2-822A-E2BF-DBC2248BD71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33867F2A-E750-44E7-A740-D3E09DF683A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16818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by-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244543" y="742930"/>
            <a:ext cx="2571641" cy="4000392"/>
          </a:xfrm>
        </p:spPr>
        <p:txBody>
          <a:bodyPr lIns="140400" rIns="0"/>
          <a:lstStyle>
            <a:lvl1pPr>
              <a:lnSpc>
                <a:spcPct val="100000"/>
              </a:lnSpc>
              <a:spcBef>
                <a:spcPts val="375"/>
              </a:spcBef>
              <a:defRPr sz="1500"/>
            </a:lvl1pPr>
            <a:lvl2pPr>
              <a:lnSpc>
                <a:spcPct val="100000"/>
              </a:lnSpc>
              <a:spcBef>
                <a:spcPts val="300"/>
              </a:spcBef>
              <a:defRPr sz="1350"/>
            </a:lvl2pPr>
            <a:lvl3pPr>
              <a:lnSpc>
                <a:spcPct val="100000"/>
              </a:lnSpc>
              <a:spcBef>
                <a:spcPts val="300"/>
              </a:spcBef>
              <a:defRPr sz="1200"/>
            </a:lvl3pPr>
            <a:lvl4pPr marL="808399" indent="-133344">
              <a:lnSpc>
                <a:spcPct val="100000"/>
              </a:lnSpc>
              <a:spcBef>
                <a:spcPts val="300"/>
              </a:spcBef>
              <a:defRPr sz="1050"/>
            </a:lvl4pPr>
            <a:lvl5pPr>
              <a:defRPr sz="10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7EFD657C-081B-244B-977B-C089FB58A1D2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2959056" y="742930"/>
            <a:ext cx="2571641" cy="4000392"/>
          </a:xfrm>
        </p:spPr>
        <p:txBody>
          <a:bodyPr lIns="140400" rIns="0"/>
          <a:lstStyle>
            <a:lvl1pPr>
              <a:lnSpc>
                <a:spcPct val="100000"/>
              </a:lnSpc>
              <a:spcBef>
                <a:spcPts val="375"/>
              </a:spcBef>
              <a:defRPr sz="1500"/>
            </a:lvl1pPr>
            <a:lvl2pPr>
              <a:lnSpc>
                <a:spcPct val="100000"/>
              </a:lnSpc>
              <a:spcBef>
                <a:spcPts val="300"/>
              </a:spcBef>
              <a:defRPr sz="1350"/>
            </a:lvl2pPr>
            <a:lvl3pPr>
              <a:lnSpc>
                <a:spcPct val="100000"/>
              </a:lnSpc>
              <a:spcBef>
                <a:spcPts val="300"/>
              </a:spcBef>
              <a:defRPr sz="1200"/>
            </a:lvl3pPr>
            <a:lvl4pPr marL="808399" indent="-133344">
              <a:lnSpc>
                <a:spcPct val="100000"/>
              </a:lnSpc>
              <a:spcBef>
                <a:spcPts val="300"/>
              </a:spcBef>
              <a:defRPr sz="1050"/>
            </a:lvl4pPr>
            <a:lvl5pPr>
              <a:defRPr sz="10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10" name="Inhaltsplatzhalter 2">
            <a:extLst>
              <a:ext uri="{FF2B5EF4-FFF2-40B4-BE49-F238E27FC236}">
                <a16:creationId xmlns:a16="http://schemas.microsoft.com/office/drawing/2014/main" id="{C466C897-17D8-464D-80AC-5BEDA0432F94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5673566" y="742930"/>
            <a:ext cx="2571641" cy="4000392"/>
          </a:xfrm>
        </p:spPr>
        <p:txBody>
          <a:bodyPr lIns="140400" rIns="0"/>
          <a:lstStyle>
            <a:lvl1pPr>
              <a:lnSpc>
                <a:spcPct val="100000"/>
              </a:lnSpc>
              <a:spcBef>
                <a:spcPts val="375"/>
              </a:spcBef>
              <a:defRPr sz="1500"/>
            </a:lvl1pPr>
            <a:lvl2pPr>
              <a:lnSpc>
                <a:spcPct val="100000"/>
              </a:lnSpc>
              <a:spcBef>
                <a:spcPts val="300"/>
              </a:spcBef>
              <a:defRPr sz="1350"/>
            </a:lvl2pPr>
            <a:lvl3pPr>
              <a:lnSpc>
                <a:spcPct val="100000"/>
              </a:lnSpc>
              <a:spcBef>
                <a:spcPts val="300"/>
              </a:spcBef>
              <a:defRPr sz="1200"/>
            </a:lvl3pPr>
            <a:lvl4pPr marL="808399" indent="-133344">
              <a:lnSpc>
                <a:spcPct val="100000"/>
              </a:lnSpc>
              <a:spcBef>
                <a:spcPts val="300"/>
              </a:spcBef>
              <a:defRPr sz="1050"/>
            </a:lvl4pPr>
            <a:lvl5pPr>
              <a:defRPr sz="10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3B2C5F9-4358-A05F-BE1B-DC3232E3A5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4E2525F-FE6F-3F2A-87F8-E53C217DF63D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/>
              <a:t>QuantSparse 3D - Bowen Wang, Paul Scheffler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F30934-A358-D4CE-05CE-858B26903D6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3867F2A-E750-44E7-A740-D3E09DF683A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66780"/>
      </p:ext>
    </p:extLst>
  </p:cSld>
  <p:clrMapOvr>
    <a:masterClrMapping/>
  </p:clrMapOvr>
  <p:transition>
    <p:fade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240763" y="742930"/>
            <a:ext cx="4000331" cy="2000196"/>
          </a:xfrm>
        </p:spPr>
        <p:txBody>
          <a:bodyPr lIns="140400" rIns="0"/>
          <a:lstStyle>
            <a:lvl1pPr>
              <a:lnSpc>
                <a:spcPct val="100000"/>
              </a:lnSpc>
              <a:spcBef>
                <a:spcPts val="375"/>
              </a:spcBef>
              <a:defRPr sz="1500"/>
            </a:lvl1pPr>
            <a:lvl2pPr>
              <a:lnSpc>
                <a:spcPct val="100000"/>
              </a:lnSpc>
              <a:spcBef>
                <a:spcPts val="300"/>
              </a:spcBef>
              <a:defRPr sz="1350"/>
            </a:lvl2pPr>
            <a:lvl3pPr>
              <a:lnSpc>
                <a:spcPct val="100000"/>
              </a:lnSpc>
              <a:spcBef>
                <a:spcPts val="300"/>
              </a:spcBef>
              <a:defRPr sz="1200"/>
            </a:lvl3pPr>
            <a:lvl4pPr marL="808399" indent="-133344">
              <a:lnSpc>
                <a:spcPct val="100000"/>
              </a:lnSpc>
              <a:spcBef>
                <a:spcPts val="300"/>
              </a:spcBef>
              <a:defRPr sz="1050"/>
            </a:lvl4pPr>
            <a:lvl5pPr>
              <a:defRPr sz="10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7EFD657C-081B-244B-977B-C089FB58A1D2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4241096" y="742930"/>
            <a:ext cx="4000331" cy="2000196"/>
          </a:xfrm>
        </p:spPr>
        <p:txBody>
          <a:bodyPr lIns="140400" rIns="0"/>
          <a:lstStyle>
            <a:lvl1pPr>
              <a:lnSpc>
                <a:spcPct val="100000"/>
              </a:lnSpc>
              <a:spcBef>
                <a:spcPts val="375"/>
              </a:spcBef>
              <a:defRPr sz="1500"/>
            </a:lvl1pPr>
            <a:lvl2pPr>
              <a:lnSpc>
                <a:spcPct val="100000"/>
              </a:lnSpc>
              <a:spcBef>
                <a:spcPts val="300"/>
              </a:spcBef>
              <a:defRPr sz="1350"/>
            </a:lvl2pPr>
            <a:lvl3pPr>
              <a:lnSpc>
                <a:spcPct val="100000"/>
              </a:lnSpc>
              <a:spcBef>
                <a:spcPts val="300"/>
              </a:spcBef>
              <a:defRPr sz="1200"/>
            </a:lvl3pPr>
            <a:lvl4pPr marL="808399" indent="-133344">
              <a:lnSpc>
                <a:spcPct val="100000"/>
              </a:lnSpc>
              <a:spcBef>
                <a:spcPts val="300"/>
              </a:spcBef>
              <a:defRPr sz="1050"/>
            </a:lvl4pPr>
            <a:lvl5pPr>
              <a:defRPr sz="10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11" name="Inhaltsplatzhalter 2">
            <a:extLst>
              <a:ext uri="{FF2B5EF4-FFF2-40B4-BE49-F238E27FC236}">
                <a16:creationId xmlns:a16="http://schemas.microsoft.com/office/drawing/2014/main" id="{A7A6DD52-705F-8C4E-BFBD-BE67BF0FB65A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240763" y="2743126"/>
            <a:ext cx="4000331" cy="2000196"/>
          </a:xfrm>
        </p:spPr>
        <p:txBody>
          <a:bodyPr lIns="140400" rIns="0"/>
          <a:lstStyle>
            <a:lvl1pPr>
              <a:lnSpc>
                <a:spcPct val="100000"/>
              </a:lnSpc>
              <a:spcBef>
                <a:spcPts val="375"/>
              </a:spcBef>
              <a:defRPr sz="1500"/>
            </a:lvl1pPr>
            <a:lvl2pPr>
              <a:lnSpc>
                <a:spcPct val="100000"/>
              </a:lnSpc>
              <a:spcBef>
                <a:spcPts val="300"/>
              </a:spcBef>
              <a:defRPr sz="1350"/>
            </a:lvl2pPr>
            <a:lvl3pPr>
              <a:lnSpc>
                <a:spcPct val="100000"/>
              </a:lnSpc>
              <a:spcBef>
                <a:spcPts val="300"/>
              </a:spcBef>
              <a:defRPr sz="1200"/>
            </a:lvl3pPr>
            <a:lvl4pPr marL="808399" indent="-133344">
              <a:lnSpc>
                <a:spcPct val="100000"/>
              </a:lnSpc>
              <a:spcBef>
                <a:spcPts val="300"/>
              </a:spcBef>
              <a:defRPr sz="1050"/>
            </a:lvl4pPr>
            <a:lvl5pPr>
              <a:defRPr sz="10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A3ED5591-6176-CF4B-A32B-DDE9257B1FB2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4241096" y="2743126"/>
            <a:ext cx="4000331" cy="2000196"/>
          </a:xfrm>
        </p:spPr>
        <p:txBody>
          <a:bodyPr lIns="140400" rIns="0"/>
          <a:lstStyle>
            <a:lvl1pPr>
              <a:lnSpc>
                <a:spcPct val="100000"/>
              </a:lnSpc>
              <a:spcBef>
                <a:spcPts val="375"/>
              </a:spcBef>
              <a:defRPr sz="1500"/>
            </a:lvl1pPr>
            <a:lvl2pPr>
              <a:lnSpc>
                <a:spcPct val="100000"/>
              </a:lnSpc>
              <a:spcBef>
                <a:spcPts val="300"/>
              </a:spcBef>
              <a:defRPr sz="1350"/>
            </a:lvl2pPr>
            <a:lvl3pPr>
              <a:lnSpc>
                <a:spcPct val="100000"/>
              </a:lnSpc>
              <a:spcBef>
                <a:spcPts val="300"/>
              </a:spcBef>
              <a:defRPr sz="1200"/>
            </a:lvl3pPr>
            <a:lvl4pPr marL="808399" indent="-133344">
              <a:lnSpc>
                <a:spcPct val="100000"/>
              </a:lnSpc>
              <a:spcBef>
                <a:spcPts val="300"/>
              </a:spcBef>
              <a:defRPr sz="1050"/>
            </a:lvl4pPr>
            <a:lvl5pPr>
              <a:defRPr sz="10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92C3703-F424-8B60-F39C-21AD97BED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29A470E-C584-A4A1-8BE3-D0FEE7902474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r>
              <a:rPr lang="en-US"/>
              <a:t>QuantSparse 3D - Bowen Wang, Paul Scheffler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1DD1A2-6488-61E8-64DC-5E07F8B192F6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33867F2A-E750-44E7-A740-D3E09DF683A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668455"/>
      </p:ext>
    </p:extLst>
  </p:cSld>
  <p:clrMapOvr>
    <a:masterClrMapping/>
  </p:clrMapOvr>
  <p:transition>
    <p:fade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7492CF-D048-CF47-9D04-62CE98A96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1ECC96-5C3D-1CA7-88A0-A48C530751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QuantSparse 3D - Bowen Wang, Paul Scheffler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198AFC-21DE-CE33-4051-59D40FE7A6C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867F2A-E750-44E7-A740-D3E09DF683A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51322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kground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AB950E2-5B08-DE4D-85C1-073281664B68}"/>
              </a:ext>
            </a:extLst>
          </p:cNvPr>
          <p:cNvSpPr txBox="1"/>
          <p:nvPr userDrawn="1"/>
        </p:nvSpPr>
        <p:spPr>
          <a:xfrm>
            <a:off x="748937" y="392233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571464"/>
            <a:endParaRPr lang="en-US" sz="1905" b="0" i="0" dirty="0">
              <a:solidFill>
                <a:schemeClr val="tx2"/>
              </a:solidFill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C683599-52C6-66B6-B195-3B42A91796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QuantSparse 3D - Bowen Wang, Paul Scheffler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C986D1-30CD-4299-12D8-EE049F90DC8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867F2A-E750-44E7-A740-D3E09DF683A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18048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o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D077E-5042-0548-869A-7270756A6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0174C9C-B987-0541-A176-A2B2DAD7ED2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7376" y="742930"/>
            <a:ext cx="8000663" cy="4143263"/>
          </a:xfrm>
        </p:spPr>
        <p:txBody>
          <a:bodyPr lIns="0"/>
          <a:lstStyle>
            <a:lvl1pPr marL="228589" indent="-228589">
              <a:buClrTx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400025" indent="-171442">
              <a:buClrTx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571464" indent="-171442">
              <a:buClrTx/>
              <a:buFont typeface="Arial" panose="020B0604020202020204" pitchFamily="34" charset="0"/>
              <a:buChar char="•"/>
              <a:defRPr sz="1429">
                <a:solidFill>
                  <a:schemeClr val="tx1"/>
                </a:solidFill>
              </a:defRPr>
            </a:lvl3pPr>
            <a:lvl4pPr marL="742903" indent="-171442">
              <a:buClrTx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4pPr>
            <a:lvl5pPr marL="914342" indent="-171442">
              <a:buClrTx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511728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7492CF-D048-CF47-9D04-62CE98A96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764078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dy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2956A24-FE4F-CC41-AE52-8BE952BA285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44839" y="284194"/>
            <a:ext cx="8000663" cy="4714748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BEE65FE-2553-922C-9C05-7425A35329C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/>
              <a:t>QuantSparse 3D - Bowen Wang, Paul Scheffler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81E03E8-F737-F054-80B2-299F72A034BF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3867F2A-E750-44E7-A740-D3E09DF683A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84233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e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F05887B-DECF-1909-0106-C271E1383F76}"/>
              </a:ext>
            </a:extLst>
          </p:cNvPr>
          <p:cNvSpPr/>
          <p:nvPr userDrawn="1"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111" b="1" i="0" cap="none" spc="0" dirty="0">
              <a:ln>
                <a:noFill/>
              </a:ln>
              <a:solidFill>
                <a:schemeClr val="bg2"/>
              </a:solidFill>
              <a:effectLst/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60B9BE-1D26-7346-9AA8-506C5668F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3728336-7315-434C-A2F3-4C0D9A3AA4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7375" y="742930"/>
            <a:ext cx="4000331" cy="4143263"/>
          </a:xfrm>
        </p:spPr>
        <p:txBody>
          <a:bodyPr lIns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55918503-FD68-0985-DC60-130D6429AF17}"/>
              </a:ext>
            </a:extLst>
          </p:cNvPr>
          <p:cNvGrpSpPr/>
          <p:nvPr userDrawn="1"/>
        </p:nvGrpSpPr>
        <p:grpSpPr>
          <a:xfrm>
            <a:off x="8302281" y="111861"/>
            <a:ext cx="736048" cy="631650"/>
            <a:chOff x="10460009" y="140930"/>
            <a:chExt cx="927344" cy="795801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1770F9B2-741C-86BF-4B24-4F75FD9B6DB8}"/>
                </a:ext>
              </a:extLst>
            </p:cNvPr>
            <p:cNvSpPr/>
            <p:nvPr userDrawn="1"/>
          </p:nvSpPr>
          <p:spPr>
            <a:xfrm rot="2700000">
              <a:off x="10475317" y="359629"/>
              <a:ext cx="358403" cy="358403"/>
            </a:xfrm>
            <a:prstGeom prst="roundRect">
              <a:avLst>
                <a:gd name="adj" fmla="val 5238"/>
              </a:avLst>
            </a:prstGeom>
            <a:solidFill>
              <a:schemeClr val="bg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de-CH" sz="1111" b="1" i="0" cap="none" spc="0" dirty="0">
                <a:ln>
                  <a:noFill/>
                </a:ln>
                <a:solidFill>
                  <a:schemeClr val="bg2"/>
                </a:solidFill>
                <a:effectLst/>
                <a:latin typeface="Arial Narrow" panose="020B0604020202020204" pitchFamily="34" charset="0"/>
                <a:cs typeface="Arial Narrow" panose="020B0604020202020204" pitchFamily="34" charset="0"/>
              </a:endParaRPr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2A97EAC4-39EA-2FF4-B3A4-C50D63D1EA52}"/>
                </a:ext>
              </a:extLst>
            </p:cNvPr>
            <p:cNvSpPr/>
            <p:nvPr userDrawn="1"/>
          </p:nvSpPr>
          <p:spPr>
            <a:xfrm rot="2700000">
              <a:off x="10666586" y="217186"/>
              <a:ext cx="643289" cy="643289"/>
            </a:xfrm>
            <a:prstGeom prst="roundRect">
              <a:avLst>
                <a:gd name="adj" fmla="val 5238"/>
              </a:avLst>
            </a:prstGeom>
            <a:solidFill>
              <a:schemeClr val="bg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de-CH" sz="1111" b="1" i="0" cap="none" spc="0" dirty="0">
                <a:ln>
                  <a:noFill/>
                </a:ln>
                <a:solidFill>
                  <a:schemeClr val="bg2"/>
                </a:solidFill>
                <a:effectLst/>
                <a:latin typeface="Arial Narrow" panose="020B0604020202020204" pitchFamily="34" charset="0"/>
                <a:cs typeface="Arial Narrow" panose="020B0604020202020204" pitchFamily="34" charset="0"/>
              </a:endParaRP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6727814A-F32D-DC8B-CECB-BD209099B53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10460009" y="140930"/>
              <a:ext cx="927344" cy="795801"/>
            </a:xfrm>
            <a:prstGeom prst="rect">
              <a:avLst/>
            </a:prstGeom>
            <a:ln w="66675">
              <a:noFill/>
            </a:ln>
          </p:spPr>
        </p:pic>
      </p:grpSp>
      <p:sp>
        <p:nvSpPr>
          <p:cNvPr id="13" name="Content Placeholder 6">
            <a:extLst>
              <a:ext uri="{FF2B5EF4-FFF2-40B4-BE49-F238E27FC236}">
                <a16:creationId xmlns:a16="http://schemas.microsoft.com/office/drawing/2014/main" id="{FD6D6212-ED77-0BC8-29BC-26AA6DBF805C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72000" y="742930"/>
            <a:ext cx="4576558" cy="4143263"/>
          </a:xfrm>
        </p:spPr>
        <p:txBody>
          <a:bodyPr lIns="468000" tIns="252000"/>
          <a:lstStyle>
            <a:lvl1pPr marL="0" indent="0">
              <a:lnSpc>
                <a:spcPts val="794"/>
              </a:lnSpc>
              <a:buNone/>
              <a:defRPr sz="1429" b="0">
                <a:solidFill>
                  <a:schemeClr val="bg2"/>
                </a:solidFill>
                <a:latin typeface="Consolas" panose="020B0609020204030204" pitchFamily="49" charset="0"/>
              </a:defRPr>
            </a:lvl1pPr>
          </a:lstStyle>
          <a:p>
            <a:pPr lvl="0"/>
            <a:r>
              <a:rPr lang="en-US" dirty="0"/>
              <a:t>Click to edit code</a:t>
            </a:r>
          </a:p>
        </p:txBody>
      </p:sp>
    </p:spTree>
    <p:extLst>
      <p:ext uri="{BB962C8B-B14F-4D97-AF65-F5344CB8AC3E}">
        <p14:creationId xmlns:p14="http://schemas.microsoft.com/office/powerpoint/2010/main" val="60859986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F05887B-DECF-1909-0106-C271E1383F76}"/>
              </a:ext>
            </a:extLst>
          </p:cNvPr>
          <p:cNvSpPr/>
          <p:nvPr userDrawn="1"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111" b="1" i="0" cap="none" spc="0" dirty="0">
              <a:ln>
                <a:noFill/>
              </a:ln>
              <a:solidFill>
                <a:schemeClr val="bg2"/>
              </a:solidFill>
              <a:effectLst/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60B9BE-1D26-7346-9AA8-506C5668F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3728336-7315-434C-A2F3-4C0D9A3AA4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7375" y="742930"/>
            <a:ext cx="4000331" cy="4143263"/>
          </a:xfrm>
        </p:spPr>
        <p:txBody>
          <a:bodyPr lIns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55918503-FD68-0985-DC60-130D6429AF17}"/>
              </a:ext>
            </a:extLst>
          </p:cNvPr>
          <p:cNvGrpSpPr/>
          <p:nvPr userDrawn="1"/>
        </p:nvGrpSpPr>
        <p:grpSpPr>
          <a:xfrm>
            <a:off x="8302281" y="111861"/>
            <a:ext cx="736048" cy="631650"/>
            <a:chOff x="10460009" y="140930"/>
            <a:chExt cx="927344" cy="795801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1770F9B2-741C-86BF-4B24-4F75FD9B6DB8}"/>
                </a:ext>
              </a:extLst>
            </p:cNvPr>
            <p:cNvSpPr/>
            <p:nvPr userDrawn="1"/>
          </p:nvSpPr>
          <p:spPr>
            <a:xfrm rot="2700000">
              <a:off x="10475317" y="359629"/>
              <a:ext cx="358403" cy="358403"/>
            </a:xfrm>
            <a:prstGeom prst="roundRect">
              <a:avLst>
                <a:gd name="adj" fmla="val 5238"/>
              </a:avLst>
            </a:prstGeom>
            <a:solidFill>
              <a:schemeClr val="bg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de-CH" sz="1111" b="1" i="0" cap="none" spc="0" dirty="0">
                <a:ln>
                  <a:noFill/>
                </a:ln>
                <a:solidFill>
                  <a:schemeClr val="bg2"/>
                </a:solidFill>
                <a:effectLst/>
                <a:latin typeface="Arial Narrow" panose="020B0604020202020204" pitchFamily="34" charset="0"/>
                <a:cs typeface="Arial Narrow" panose="020B0604020202020204" pitchFamily="34" charset="0"/>
              </a:endParaRPr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2A97EAC4-39EA-2FF4-B3A4-C50D63D1EA52}"/>
                </a:ext>
              </a:extLst>
            </p:cNvPr>
            <p:cNvSpPr/>
            <p:nvPr userDrawn="1"/>
          </p:nvSpPr>
          <p:spPr>
            <a:xfrm rot="2700000">
              <a:off x="10666586" y="217186"/>
              <a:ext cx="643289" cy="643289"/>
            </a:xfrm>
            <a:prstGeom prst="roundRect">
              <a:avLst>
                <a:gd name="adj" fmla="val 5238"/>
              </a:avLst>
            </a:prstGeom>
            <a:solidFill>
              <a:schemeClr val="bg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de-CH" sz="1111" b="1" i="0" cap="none" spc="0" dirty="0">
                <a:ln>
                  <a:noFill/>
                </a:ln>
                <a:solidFill>
                  <a:schemeClr val="bg2"/>
                </a:solidFill>
                <a:effectLst/>
                <a:latin typeface="Arial Narrow" panose="020B0604020202020204" pitchFamily="34" charset="0"/>
                <a:cs typeface="Arial Narrow" panose="020B0604020202020204" pitchFamily="34" charset="0"/>
              </a:endParaRP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6727814A-F32D-DC8B-CECB-BD209099B53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10460009" y="140930"/>
              <a:ext cx="927344" cy="795801"/>
            </a:xfrm>
            <a:prstGeom prst="rect">
              <a:avLst/>
            </a:prstGeom>
            <a:ln w="66675">
              <a:noFill/>
            </a:ln>
          </p:spPr>
        </p:pic>
      </p:grpSp>
      <p:sp>
        <p:nvSpPr>
          <p:cNvPr id="13" name="Content Placeholder 6">
            <a:extLst>
              <a:ext uri="{FF2B5EF4-FFF2-40B4-BE49-F238E27FC236}">
                <a16:creationId xmlns:a16="http://schemas.microsoft.com/office/drawing/2014/main" id="{FD6D6212-ED77-0BC8-29BC-26AA6DBF805C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72000" y="742930"/>
            <a:ext cx="4576558" cy="4143263"/>
          </a:xfrm>
        </p:spPr>
        <p:txBody>
          <a:bodyPr lIns="468000" tIns="252000"/>
          <a:lstStyle>
            <a:lvl1pPr marL="0" indent="0">
              <a:lnSpc>
                <a:spcPts val="794"/>
              </a:lnSpc>
              <a:buNone/>
              <a:defRPr sz="1429" b="0">
                <a:solidFill>
                  <a:schemeClr val="bg2"/>
                </a:solidFill>
                <a:latin typeface="Consolas" panose="020B0609020204030204" pitchFamily="49" charset="0"/>
              </a:defRPr>
            </a:lvl1pPr>
          </a:lstStyle>
          <a:p>
            <a:pPr lvl="0"/>
            <a:r>
              <a:rPr lang="en-US" dirty="0"/>
              <a:t>Click to edit code</a:t>
            </a:r>
          </a:p>
        </p:txBody>
      </p:sp>
    </p:spTree>
    <p:extLst>
      <p:ext uri="{BB962C8B-B14F-4D97-AF65-F5344CB8AC3E}">
        <p14:creationId xmlns:p14="http://schemas.microsoft.com/office/powerpoint/2010/main" val="3813731252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mpty Whi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162288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mpty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1107033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+ Q&amp;A">
    <p:bg>
      <p:bgPr>
        <a:solidFill>
          <a:srgbClr val="B4B4B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A8150BE-61A2-B1E2-756A-7134BE7E136A}"/>
              </a:ext>
            </a:extLst>
          </p:cNvPr>
          <p:cNvSpPr txBox="1"/>
          <p:nvPr userDrawn="1"/>
        </p:nvSpPr>
        <p:spPr>
          <a:xfrm>
            <a:off x="1532190" y="1567205"/>
            <a:ext cx="2474926" cy="678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810" b="0" i="0" u="none" dirty="0">
                <a:solidFill>
                  <a:schemeClr val="bg2"/>
                </a:solidFill>
                <a:latin typeface="+mj-lt"/>
                <a:ea typeface="Roboto Condensed" panose="02000000000000000000" pitchFamily="2" charset="0"/>
                <a:cs typeface="Arial Narrow" panose="020B0604020202020204" pitchFamily="34" charset="0"/>
              </a:rPr>
              <a:t>Thank you!</a:t>
            </a:r>
          </a:p>
        </p:txBody>
      </p:sp>
      <p:sp>
        <p:nvSpPr>
          <p:cNvPr id="7" name="Google Shape;1096;p28">
            <a:extLst>
              <a:ext uri="{FF2B5EF4-FFF2-40B4-BE49-F238E27FC236}">
                <a16:creationId xmlns:a16="http://schemas.microsoft.com/office/drawing/2014/main" id="{9EB57577-2B72-4910-D401-BBB6EDA09B5E}"/>
              </a:ext>
            </a:extLst>
          </p:cNvPr>
          <p:cNvSpPr/>
          <p:nvPr userDrawn="1"/>
        </p:nvSpPr>
        <p:spPr>
          <a:xfrm>
            <a:off x="5152842" y="1180109"/>
            <a:ext cx="2574968" cy="2575008"/>
          </a:xfrm>
          <a:custGeom>
            <a:avLst/>
            <a:gdLst/>
            <a:ahLst/>
            <a:cxnLst/>
            <a:rect l="l" t="t" r="r" b="b"/>
            <a:pathLst>
              <a:path w="158750" h="158750" extrusionOk="0">
                <a:moveTo>
                  <a:pt x="8255" y="0"/>
                </a:moveTo>
                <a:cubicBezTo>
                  <a:pt x="3810" y="0"/>
                  <a:pt x="0" y="3810"/>
                  <a:pt x="0" y="8255"/>
                </a:cubicBezTo>
                <a:lnTo>
                  <a:pt x="0" y="119380"/>
                </a:lnTo>
                <a:lnTo>
                  <a:pt x="31750" y="87630"/>
                </a:lnTo>
                <a:lnTo>
                  <a:pt x="111125" y="87630"/>
                </a:lnTo>
                <a:cubicBezTo>
                  <a:pt x="115570" y="87630"/>
                  <a:pt x="119380" y="83820"/>
                  <a:pt x="119380" y="79375"/>
                </a:cubicBezTo>
                <a:lnTo>
                  <a:pt x="119380" y="8255"/>
                </a:lnTo>
                <a:cubicBezTo>
                  <a:pt x="119380" y="3810"/>
                  <a:pt x="115570" y="0"/>
                  <a:pt x="111125" y="0"/>
                </a:cubicBezTo>
                <a:close/>
                <a:moveTo>
                  <a:pt x="135255" y="31750"/>
                </a:moveTo>
                <a:lnTo>
                  <a:pt x="135255" y="103505"/>
                </a:lnTo>
                <a:lnTo>
                  <a:pt x="31750" y="103505"/>
                </a:lnTo>
                <a:lnTo>
                  <a:pt x="31750" y="119380"/>
                </a:lnTo>
                <a:cubicBezTo>
                  <a:pt x="31750" y="123190"/>
                  <a:pt x="35560" y="127000"/>
                  <a:pt x="40005" y="127000"/>
                </a:cubicBezTo>
                <a:lnTo>
                  <a:pt x="127000" y="127000"/>
                </a:lnTo>
                <a:lnTo>
                  <a:pt x="158750" y="158750"/>
                </a:lnTo>
                <a:lnTo>
                  <a:pt x="158750" y="40005"/>
                </a:lnTo>
                <a:cubicBezTo>
                  <a:pt x="158750" y="35560"/>
                  <a:pt x="154940" y="31750"/>
                  <a:pt x="151130" y="31750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spcFirstLastPara="1" wrap="square" lIns="72566" tIns="72566" rIns="72566" bIns="72566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11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AD5AEE-A9BE-AED9-1997-707BCB05F17E}"/>
              </a:ext>
            </a:extLst>
          </p:cNvPr>
          <p:cNvSpPr txBox="1"/>
          <p:nvPr userDrawn="1"/>
        </p:nvSpPr>
        <p:spPr>
          <a:xfrm>
            <a:off x="5545462" y="1591634"/>
            <a:ext cx="1160551" cy="6297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92" b="1" i="0" u="none" dirty="0">
                <a:solidFill>
                  <a:srgbClr val="B4B4B6"/>
                </a:solidFill>
                <a:latin typeface="+mj-lt"/>
                <a:ea typeface="Roboto Condensed" panose="02000000000000000000" pitchFamily="2" charset="0"/>
                <a:cs typeface="Arial Narrow" panose="020B0604020202020204" pitchFamily="34" charset="0"/>
              </a:rPr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3889537144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tandard Slide">
  <p:cSld name="1_Standard Slide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5"/>
          <p:cNvSpPr txBox="1">
            <a:spLocks noGrp="1"/>
          </p:cNvSpPr>
          <p:nvPr>
            <p:ph type="title"/>
          </p:nvPr>
        </p:nvSpPr>
        <p:spPr>
          <a:xfrm>
            <a:off x="237379" y="135245"/>
            <a:ext cx="8000670" cy="492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900"/>
              <a:buFont typeface="Calibri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5"/>
          <p:cNvSpPr txBox="1">
            <a:spLocks noGrp="1"/>
          </p:cNvSpPr>
          <p:nvPr>
            <p:ph type="body" idx="1"/>
          </p:nvPr>
        </p:nvSpPr>
        <p:spPr>
          <a:xfrm>
            <a:off x="237375" y="742931"/>
            <a:ext cx="8000672" cy="4143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>
            <a:lvl1pPr marL="457192" lvl="0" indent="-336544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  <a:defRPr>
                <a:solidFill>
                  <a:schemeClr val="dk1"/>
                </a:solidFill>
              </a:defRPr>
            </a:lvl1pPr>
            <a:lvl2pPr marL="914384" lvl="1" indent="-317494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>
                <a:solidFill>
                  <a:schemeClr val="dk1"/>
                </a:solidFill>
              </a:defRPr>
            </a:lvl2pPr>
            <a:lvl3pPr marL="1371576" lvl="2" indent="-311145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400">
                <a:solidFill>
                  <a:schemeClr val="dk1"/>
                </a:solidFill>
              </a:defRPr>
            </a:lvl3pPr>
            <a:lvl4pPr marL="1828768" lvl="3" indent="-28574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>
                <a:solidFill>
                  <a:schemeClr val="dk1"/>
                </a:solidFill>
              </a:defRPr>
            </a:lvl4pPr>
            <a:lvl5pPr marL="2285960" lvl="4" indent="-27939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>
                <a:solidFill>
                  <a:schemeClr val="dk1"/>
                </a:solidFill>
              </a:defRPr>
            </a:lvl5pPr>
            <a:lvl6pPr marL="2743153" lvl="5" indent="-31749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344" lvl="6" indent="-31749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536" lvl="7" indent="-31749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729" lvl="8" indent="-31749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15"/>
          <p:cNvSpPr txBox="1">
            <a:spLocks noGrp="1"/>
          </p:cNvSpPr>
          <p:nvPr>
            <p:ph type="dt" idx="10"/>
          </p:nvPr>
        </p:nvSpPr>
        <p:spPr>
          <a:xfrm>
            <a:off x="2782699" y="4871789"/>
            <a:ext cx="5429026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5"/>
          <p:cNvSpPr txBox="1">
            <a:spLocks noGrp="1"/>
          </p:cNvSpPr>
          <p:nvPr>
            <p:ph type="sldNum" idx="12"/>
          </p:nvPr>
        </p:nvSpPr>
        <p:spPr>
          <a:xfrm>
            <a:off x="8659791" y="4871177"/>
            <a:ext cx="428607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6727366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4.xml"/><Relationship Id="rId21" Type="http://schemas.openxmlformats.org/officeDocument/2006/relationships/image" Target="../media/image2.png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19" Type="http://schemas.openxmlformats.org/officeDocument/2006/relationships/theme" Target="../theme/theme2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image" Target="../media/image3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7.xml"/><Relationship Id="rId13" Type="http://schemas.openxmlformats.org/officeDocument/2006/relationships/slideLayout" Target="../slideLayouts/slideLayout42.xml"/><Relationship Id="rId18" Type="http://schemas.openxmlformats.org/officeDocument/2006/relationships/slideLayout" Target="../slideLayouts/slideLayout47.xml"/><Relationship Id="rId3" Type="http://schemas.openxmlformats.org/officeDocument/2006/relationships/slideLayout" Target="../slideLayouts/slideLayout32.xml"/><Relationship Id="rId21" Type="http://schemas.openxmlformats.org/officeDocument/2006/relationships/image" Target="../media/image9.png"/><Relationship Id="rId7" Type="http://schemas.openxmlformats.org/officeDocument/2006/relationships/slideLayout" Target="../slideLayouts/slideLayout36.xml"/><Relationship Id="rId12" Type="http://schemas.openxmlformats.org/officeDocument/2006/relationships/slideLayout" Target="../slideLayouts/slideLayout41.xml"/><Relationship Id="rId17" Type="http://schemas.openxmlformats.org/officeDocument/2006/relationships/slideLayout" Target="../slideLayouts/slideLayout46.xml"/><Relationship Id="rId2" Type="http://schemas.openxmlformats.org/officeDocument/2006/relationships/slideLayout" Target="../slideLayouts/slideLayout31.xml"/><Relationship Id="rId16" Type="http://schemas.openxmlformats.org/officeDocument/2006/relationships/slideLayout" Target="../slideLayouts/slideLayout45.xml"/><Relationship Id="rId20" Type="http://schemas.openxmlformats.org/officeDocument/2006/relationships/theme" Target="../theme/theme3.xml"/><Relationship Id="rId1" Type="http://schemas.openxmlformats.org/officeDocument/2006/relationships/slideLayout" Target="../slideLayouts/slideLayout30.xml"/><Relationship Id="rId6" Type="http://schemas.openxmlformats.org/officeDocument/2006/relationships/slideLayout" Target="../slideLayouts/slideLayout35.xml"/><Relationship Id="rId11" Type="http://schemas.openxmlformats.org/officeDocument/2006/relationships/slideLayout" Target="../slideLayouts/slideLayout40.xml"/><Relationship Id="rId5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44.xml"/><Relationship Id="rId23" Type="http://schemas.openxmlformats.org/officeDocument/2006/relationships/image" Target="../media/image11.png"/><Relationship Id="rId10" Type="http://schemas.openxmlformats.org/officeDocument/2006/relationships/slideLayout" Target="../slideLayouts/slideLayout39.xml"/><Relationship Id="rId19" Type="http://schemas.openxmlformats.org/officeDocument/2006/relationships/slideLayout" Target="../slideLayouts/slideLayout48.xml"/><Relationship Id="rId4" Type="http://schemas.openxmlformats.org/officeDocument/2006/relationships/slideLayout" Target="../slideLayouts/slideLayout33.xml"/><Relationship Id="rId9" Type="http://schemas.openxmlformats.org/officeDocument/2006/relationships/slideLayout" Target="../slideLayouts/slideLayout38.xml"/><Relationship Id="rId14" Type="http://schemas.openxmlformats.org/officeDocument/2006/relationships/slideLayout" Target="../slideLayouts/slideLayout43.xml"/><Relationship Id="rId22" Type="http://schemas.openxmlformats.org/officeDocument/2006/relationships/image" Target="../media/image10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/>
          <p:nvPr/>
        </p:nvSpPr>
        <p:spPr>
          <a:xfrm rot="-5400000">
            <a:off x="8255518" y="5"/>
            <a:ext cx="888498" cy="888486"/>
          </a:xfrm>
          <a:prstGeom prst="triangle">
            <a:avLst>
              <a:gd name="adj" fmla="val 100000"/>
            </a:avLst>
          </a:prstGeom>
          <a:solidFill>
            <a:srgbClr val="16863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1" i="0" u="none" strike="noStrike" cap="none">
              <a:solidFill>
                <a:schemeClr val="lt2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52" name="Google Shape;52;p13"/>
          <p:cNvSpPr txBox="1">
            <a:spLocks noGrp="1"/>
          </p:cNvSpPr>
          <p:nvPr>
            <p:ph type="title"/>
          </p:nvPr>
        </p:nvSpPr>
        <p:spPr>
          <a:xfrm>
            <a:off x="237378" y="135244"/>
            <a:ext cx="8000670" cy="492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900"/>
              <a:buFont typeface="Calibri"/>
              <a:buNone/>
              <a:defRPr sz="29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body" idx="1"/>
          </p:nvPr>
        </p:nvSpPr>
        <p:spPr>
          <a:xfrm>
            <a:off x="237378" y="743510"/>
            <a:ext cx="8000672" cy="4143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>
            <a:lvl1pPr marL="457200" marR="0" lvl="0" indent="-3365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  <a:defRPr sz="19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11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79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/>
          <p:nvPr/>
        </p:nvSpPr>
        <p:spPr>
          <a:xfrm>
            <a:off x="5613176" y="372158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 b="0" i="0" u="none" strike="noStrike" cap="none">
              <a:solidFill>
                <a:schemeClr val="dk2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55" name="Google Shape;55;p13"/>
          <p:cNvSpPr/>
          <p:nvPr/>
        </p:nvSpPr>
        <p:spPr>
          <a:xfrm rot="2700024">
            <a:off x="8314439" y="285449"/>
            <a:ext cx="284473" cy="284473"/>
          </a:xfrm>
          <a:prstGeom prst="roundRect">
            <a:avLst>
              <a:gd name="adj" fmla="val 5238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1" i="0" u="none" strike="noStrike" cap="none">
              <a:solidFill>
                <a:schemeClr val="lt2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56" name="Google Shape;56;p13"/>
          <p:cNvSpPr/>
          <p:nvPr/>
        </p:nvSpPr>
        <p:spPr>
          <a:xfrm rot="2700024">
            <a:off x="8466252" y="172389"/>
            <a:ext cx="510593" cy="510593"/>
          </a:xfrm>
          <a:prstGeom prst="roundRect">
            <a:avLst>
              <a:gd name="adj" fmla="val 5238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1" i="0" u="none" strike="noStrike" cap="none">
              <a:solidFill>
                <a:schemeClr val="lt2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pic>
        <p:nvPicPr>
          <p:cNvPr id="57" name="Google Shape;57;p13"/>
          <p:cNvPicPr preferRelativeResize="0"/>
          <p:nvPr/>
        </p:nvPicPr>
        <p:blipFill rotWithShape="1">
          <a:blip r:embed="rId20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302290" y="111860"/>
            <a:ext cx="736049" cy="631641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13"/>
          <p:cNvPicPr preferRelativeResize="0"/>
          <p:nvPr/>
        </p:nvPicPr>
        <p:blipFill rotWithShape="1">
          <a:blip r:embed="rId21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37378" y="4887852"/>
            <a:ext cx="877914" cy="14631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13"/>
          <p:cNvGrpSpPr/>
          <p:nvPr/>
        </p:nvGrpSpPr>
        <p:grpSpPr>
          <a:xfrm>
            <a:off x="1218693" y="4855937"/>
            <a:ext cx="1063846" cy="230074"/>
            <a:chOff x="3645356" y="188193"/>
            <a:chExt cx="5677387" cy="1227805"/>
          </a:xfrm>
        </p:grpSpPr>
        <p:pic>
          <p:nvPicPr>
            <p:cNvPr id="60" name="Google Shape;60;p13"/>
            <p:cNvPicPr preferRelativeResize="0"/>
            <p:nvPr/>
          </p:nvPicPr>
          <p:blipFill rotWithShape="1">
            <a:blip r:embed="rId22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25667" r="25422" b="25369"/>
            <a:stretch/>
          </p:blipFill>
          <p:spPr>
            <a:xfrm>
              <a:off x="3645356" y="188193"/>
              <a:ext cx="1265256" cy="12278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1" name="Google Shape;61;p13"/>
            <p:cNvPicPr preferRelativeResize="0"/>
            <p:nvPr/>
          </p:nvPicPr>
          <p:blipFill rotWithShape="1">
            <a:blip r:embed="rId22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80435"/>
            <a:stretch/>
          </p:blipFill>
          <p:spPr>
            <a:xfrm>
              <a:off x="5015386" y="482548"/>
              <a:ext cx="4307357" cy="53596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2" name="Google Shape;62;p13"/>
          <p:cNvSpPr txBox="1">
            <a:spLocks noGrp="1"/>
          </p:cNvSpPr>
          <p:nvPr>
            <p:ph type="dt" idx="10"/>
          </p:nvPr>
        </p:nvSpPr>
        <p:spPr>
          <a:xfrm>
            <a:off x="2782699" y="4871789"/>
            <a:ext cx="5429026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100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59790" y="4871177"/>
            <a:ext cx="428607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1A68F4BE-4FA3-A584-7D5F-A0B5C00AA917}"/>
              </a:ext>
            </a:extLst>
          </p:cNvPr>
          <p:cNvSpPr/>
          <p:nvPr userDrawn="1"/>
        </p:nvSpPr>
        <p:spPr>
          <a:xfrm rot="16200000">
            <a:off x="8255509" y="5"/>
            <a:ext cx="888498" cy="888485"/>
          </a:xfrm>
          <a:prstGeom prst="triangle">
            <a:avLst>
              <a:gd name="adj" fmla="val 100000"/>
            </a:avLst>
          </a:prstGeom>
          <a:solidFill>
            <a:srgbClr val="168638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111" b="1" i="0" cap="none" spc="0" noProof="0">
              <a:ln>
                <a:noFill/>
              </a:ln>
              <a:solidFill>
                <a:schemeClr val="bg2"/>
              </a:solidFill>
              <a:effectLst/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37378" y="135245"/>
            <a:ext cx="8000661" cy="492787"/>
          </a:xfrm>
          <a:prstGeom prst="rect">
            <a:avLst/>
          </a:prstGeom>
          <a:noFill/>
        </p:spPr>
        <p:txBody>
          <a:bodyPr vert="horz" lIns="0" tIns="0" rIns="0" bIns="0" rtlCol="0" anchor="ctr">
            <a:noAutofit/>
          </a:bodyPr>
          <a:lstStyle/>
          <a:p>
            <a:r>
              <a:rPr lang="en-US" noProof="0" dirty="0"/>
              <a:t>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37377" y="743510"/>
            <a:ext cx="8000663" cy="4143263"/>
          </a:xfrm>
          <a:prstGeom prst="rect">
            <a:avLst/>
          </a:prstGeom>
        </p:spPr>
        <p:txBody>
          <a:bodyPr vert="horz" lIns="0" tIns="46800" rIns="0" bIns="45720" rtlCol="0">
            <a:noAutofit/>
          </a:bodyPr>
          <a:lstStyle/>
          <a:p>
            <a:pPr lvl="0"/>
            <a:r>
              <a:rPr lang="en-US" noProof="0" dirty="0"/>
              <a:t>First line of text</a:t>
            </a:r>
          </a:p>
          <a:p>
            <a:pPr lvl="1"/>
            <a:r>
              <a:rPr lang="en-US" noProof="0" dirty="0"/>
              <a:t>Subtitle</a:t>
            </a:r>
          </a:p>
          <a:p>
            <a:pPr lvl="2"/>
            <a:r>
              <a:rPr lang="en-US" noProof="0" dirty="0"/>
              <a:t>Sub-subtitle</a:t>
            </a:r>
          </a:p>
          <a:p>
            <a:pPr lvl="3"/>
            <a:r>
              <a:rPr lang="en-US" noProof="0" dirty="0"/>
              <a:t>This level should not be used</a:t>
            </a:r>
          </a:p>
          <a:p>
            <a:pPr lvl="4"/>
            <a:r>
              <a:rPr lang="en-US" noProof="0" dirty="0"/>
              <a:t>This level should not be used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1254CD-0FE2-BE4E-B26C-04DE1C684BCF}"/>
              </a:ext>
            </a:extLst>
          </p:cNvPr>
          <p:cNvSpPr txBox="1"/>
          <p:nvPr userDrawn="1"/>
        </p:nvSpPr>
        <p:spPr>
          <a:xfrm>
            <a:off x="5613169" y="372158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571464"/>
            <a:endParaRPr lang="en-US" sz="1905" b="0" i="0" noProof="0">
              <a:solidFill>
                <a:schemeClr val="tx2"/>
              </a:solidFill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13039F93-7DF2-60D6-16FF-CF97CC82260A}"/>
              </a:ext>
            </a:extLst>
          </p:cNvPr>
          <p:cNvSpPr/>
          <p:nvPr userDrawn="1"/>
        </p:nvSpPr>
        <p:spPr>
          <a:xfrm rot="2700000">
            <a:off x="8314429" y="285451"/>
            <a:ext cx="284475" cy="284470"/>
          </a:xfrm>
          <a:prstGeom prst="roundRect">
            <a:avLst>
              <a:gd name="adj" fmla="val 5238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111" b="1" i="0" cap="none" spc="0" noProof="0">
              <a:ln>
                <a:noFill/>
              </a:ln>
              <a:solidFill>
                <a:schemeClr val="bg2"/>
              </a:solidFill>
              <a:effectLst/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09CDF760-B7EB-2325-77A0-22D2F750C836}"/>
              </a:ext>
            </a:extLst>
          </p:cNvPr>
          <p:cNvSpPr/>
          <p:nvPr userDrawn="1"/>
        </p:nvSpPr>
        <p:spPr>
          <a:xfrm rot="2700000">
            <a:off x="8466240" y="172391"/>
            <a:ext cx="510597" cy="510589"/>
          </a:xfrm>
          <a:prstGeom prst="roundRect">
            <a:avLst>
              <a:gd name="adj" fmla="val 5238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111" b="1" i="0" cap="none" spc="0" noProof="0">
              <a:ln>
                <a:noFill/>
              </a:ln>
              <a:solidFill>
                <a:schemeClr val="bg2"/>
              </a:solidFill>
              <a:effectLst/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17EA5A80-7EE5-E82F-A70F-F148FEF32070}"/>
              </a:ext>
            </a:extLst>
          </p:cNvPr>
          <p:cNvPicPr>
            <a:picLocks noChangeAspect="1"/>
          </p:cNvPicPr>
          <p:nvPr userDrawn="1"/>
        </p:nvPicPr>
        <p:blipFill>
          <a:blip r:embed="rId21">
            <a:alphaModFix/>
          </a:blip>
          <a:stretch>
            <a:fillRect/>
          </a:stretch>
        </p:blipFill>
        <p:spPr>
          <a:xfrm>
            <a:off x="8302281" y="111861"/>
            <a:ext cx="736048" cy="631650"/>
          </a:xfrm>
          <a:prstGeom prst="rect">
            <a:avLst/>
          </a:prstGeom>
          <a:ln w="66675">
            <a:noFill/>
          </a:ln>
        </p:spPr>
      </p:pic>
      <p:pic>
        <p:nvPicPr>
          <p:cNvPr id="44" name="Graphic 43">
            <a:extLst>
              <a:ext uri="{FF2B5EF4-FFF2-40B4-BE49-F238E27FC236}">
                <a16:creationId xmlns:a16="http://schemas.microsoft.com/office/drawing/2014/main" id="{CE150080-BAE7-649E-4121-028FCE97E94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237378" y="4887852"/>
            <a:ext cx="877913" cy="146321"/>
          </a:xfrm>
          <a:prstGeom prst="rect">
            <a:avLst/>
          </a:prstGeom>
        </p:spPr>
      </p:pic>
      <p:grpSp>
        <p:nvGrpSpPr>
          <p:cNvPr id="33" name="Group 32">
            <a:extLst>
              <a:ext uri="{FF2B5EF4-FFF2-40B4-BE49-F238E27FC236}">
                <a16:creationId xmlns:a16="http://schemas.microsoft.com/office/drawing/2014/main" id="{E131B79E-8CB6-5631-3915-CC4CDC568AD6}"/>
              </a:ext>
            </a:extLst>
          </p:cNvPr>
          <p:cNvGrpSpPr/>
          <p:nvPr userDrawn="1"/>
        </p:nvGrpSpPr>
        <p:grpSpPr>
          <a:xfrm>
            <a:off x="1218691" y="4855937"/>
            <a:ext cx="1063845" cy="230074"/>
            <a:chOff x="3645356" y="188193"/>
            <a:chExt cx="5677387" cy="1227805"/>
          </a:xfrm>
        </p:grpSpPr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1FF2B1B9-AABB-9441-96A8-CE0074DD28E2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3"/>
            <a:srcRect l="25668" r="25422" b="25369"/>
            <a:stretch/>
          </p:blipFill>
          <p:spPr>
            <a:xfrm>
              <a:off x="3645356" y="188193"/>
              <a:ext cx="1265256" cy="1227805"/>
            </a:xfrm>
            <a:prstGeom prst="rect">
              <a:avLst/>
            </a:prstGeom>
          </p:spPr>
        </p:pic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30E9E285-4AAB-8031-4F60-6404016D5764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3"/>
            <a:srcRect t="80435"/>
            <a:stretch/>
          </p:blipFill>
          <p:spPr>
            <a:xfrm>
              <a:off x="5015386" y="482548"/>
              <a:ext cx="4307357" cy="535960"/>
            </a:xfrm>
            <a:prstGeom prst="rect">
              <a:avLst/>
            </a:prstGeom>
          </p:spPr>
        </p:pic>
      </p:grpSp>
      <p:sp>
        <p:nvSpPr>
          <p:cNvPr id="4" name="Date Placeholder 12">
            <a:extLst>
              <a:ext uri="{FF2B5EF4-FFF2-40B4-BE49-F238E27FC236}">
                <a16:creationId xmlns:a16="http://schemas.microsoft.com/office/drawing/2014/main" id="{B8319E33-4883-AE4B-34D5-D48A9C68F7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782696" y="4871789"/>
            <a:ext cx="5429020" cy="22859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32">
                <a:solidFill>
                  <a:schemeClr val="tx1"/>
                </a:solidFill>
                <a:latin typeface="Calibri Light" panose="020F0302020204030204" pitchFamily="34" charset="0"/>
                <a:ea typeface="Roboto Condensed Light" panose="02000000000000000000" pitchFamily="2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QuantSparse 3D - Bowen Wang, Paul Scheffler</a:t>
            </a:r>
            <a:endParaRPr lang="en-US" dirty="0"/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E9C8C412-C6D2-5E89-86AA-4DBE576627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59781" y="4871177"/>
            <a:ext cx="428607" cy="22859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32">
                <a:solidFill>
                  <a:schemeClr val="tx1"/>
                </a:solidFill>
                <a:latin typeface="Calibri Light" panose="020F0302020204030204" pitchFamily="34" charset="0"/>
                <a:ea typeface="Roboto Condensed Light" panose="02000000000000000000" pitchFamily="2" charset="0"/>
                <a:cs typeface="Calibri Light" panose="020F0302020204030204" pitchFamily="34" charset="0"/>
              </a:defRPr>
            </a:lvl1pPr>
          </a:lstStyle>
          <a:p>
            <a:fld id="{33867F2A-E750-44E7-A740-D3E09DF683A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4175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  <p:sldLayoutId id="2147483691" r:id="rId12"/>
    <p:sldLayoutId id="2147483692" r:id="rId13"/>
    <p:sldLayoutId id="2147483693" r:id="rId14"/>
    <p:sldLayoutId id="2147483694" r:id="rId15"/>
    <p:sldLayoutId id="2147483695" r:id="rId16"/>
    <p:sldLayoutId id="2147483696" r:id="rId17"/>
    <p:sldLayoutId id="2147483697" r:id="rId18"/>
    <p:sldLayoutId id="2147483698" r:id="rId19"/>
  </p:sldLayoutIdLst>
  <p:hf hdr="0" ftr="0"/>
  <p:txStyles>
    <p:titleStyle>
      <a:lvl1pPr algn="l" defTabSz="685770" rtl="0" eaLnBrk="1" latinLnBrk="0" hangingPunct="1">
        <a:lnSpc>
          <a:spcPct val="90000"/>
        </a:lnSpc>
        <a:spcBef>
          <a:spcPct val="0"/>
        </a:spcBef>
        <a:buNone/>
        <a:defRPr sz="2857" b="0" i="0" kern="1200" spc="-79" baseline="0">
          <a:ln w="15875" cmpd="sng">
            <a:noFill/>
            <a:round/>
          </a:ln>
          <a:solidFill>
            <a:schemeClr val="accent3"/>
          </a:solidFill>
          <a:latin typeface="+mj-lt"/>
          <a:ea typeface="Roboto" panose="02000000000000000000" pitchFamily="2" charset="0"/>
          <a:cs typeface="Roboto" panose="02000000000000000000" pitchFamily="2" charset="0"/>
        </a:defRPr>
      </a:lvl1pPr>
    </p:titleStyle>
    <p:bodyStyle>
      <a:lvl1pPr marL="228589" indent="-228589" algn="l" defTabSz="571464" rtl="0" eaLnBrk="1" latinLnBrk="0" hangingPunct="1">
        <a:lnSpc>
          <a:spcPct val="100000"/>
        </a:lnSpc>
        <a:spcBef>
          <a:spcPts val="952"/>
        </a:spcBef>
        <a:buClr>
          <a:schemeClr val="tx1"/>
        </a:buClr>
        <a:buSzPct val="90000"/>
        <a:buFont typeface="Arial" panose="020B0604020202020204" pitchFamily="34" charset="0"/>
        <a:buChar char="•"/>
        <a:defRPr sz="1905" b="1" i="0" kern="1200">
          <a:solidFill>
            <a:schemeClr val="tx1"/>
          </a:solidFill>
          <a:latin typeface="+mn-lt"/>
          <a:ea typeface="Roboto Light" panose="02000000000000000000" pitchFamily="2" charset="0"/>
          <a:cs typeface="Roboto Light" panose="02000000000000000000" pitchFamily="2" charset="0"/>
        </a:defRPr>
      </a:lvl1pPr>
      <a:lvl2pPr marL="400025" indent="-171442" algn="l" defTabSz="571464" rtl="0" eaLnBrk="1" latinLnBrk="0" hangingPunct="1">
        <a:lnSpc>
          <a:spcPct val="100000"/>
        </a:lnSpc>
        <a:spcBef>
          <a:spcPts val="476"/>
        </a:spcBef>
        <a:buClr>
          <a:schemeClr val="tx1"/>
        </a:buClr>
        <a:buSzPct val="90000"/>
        <a:buFont typeface="Arial" panose="020B0604020202020204" pitchFamily="34" charset="0"/>
        <a:buChar char="•"/>
        <a:defRPr sz="1587" b="0" i="0" kern="1200">
          <a:solidFill>
            <a:schemeClr val="tx1"/>
          </a:solidFill>
          <a:latin typeface="+mn-lt"/>
          <a:ea typeface="Roboto Light" panose="02000000000000000000" pitchFamily="2" charset="0"/>
          <a:cs typeface="Roboto Light" panose="02000000000000000000" pitchFamily="2" charset="0"/>
        </a:defRPr>
      </a:lvl2pPr>
      <a:lvl3pPr marL="571464" indent="-171442" algn="l" defTabSz="685770" rtl="0" eaLnBrk="1" latinLnBrk="0" hangingPunct="1">
        <a:lnSpc>
          <a:spcPct val="100000"/>
        </a:lnSpc>
        <a:spcBef>
          <a:spcPts val="476"/>
        </a:spcBef>
        <a:buClr>
          <a:schemeClr val="tx1"/>
        </a:buClr>
        <a:buSzPct val="90000"/>
        <a:buFont typeface="Arial" panose="020B0604020202020204" pitchFamily="34" charset="0"/>
        <a:buChar char="•"/>
        <a:defRPr sz="1429" b="0" i="0" kern="1200">
          <a:solidFill>
            <a:schemeClr val="tx1"/>
          </a:solidFill>
          <a:latin typeface="+mn-lt"/>
          <a:ea typeface="Roboto Light" panose="02000000000000000000" pitchFamily="2" charset="0"/>
          <a:cs typeface="Roboto Light" panose="02000000000000000000" pitchFamily="2" charset="0"/>
        </a:defRPr>
      </a:lvl3pPr>
      <a:lvl4pPr marL="742903" indent="-171442" algn="l" defTabSz="685770" rtl="0" eaLnBrk="1" latinLnBrk="0" hangingPunct="1">
        <a:lnSpc>
          <a:spcPct val="100000"/>
        </a:lnSpc>
        <a:spcBef>
          <a:spcPts val="0"/>
        </a:spcBef>
        <a:buClr>
          <a:schemeClr val="tx1"/>
        </a:buClr>
        <a:buSzPct val="90000"/>
        <a:buFont typeface="Arial" panose="020B0604020202020204" pitchFamily="34" charset="0"/>
        <a:buChar char="•"/>
        <a:defRPr sz="952" b="0" i="0" kern="1200">
          <a:solidFill>
            <a:schemeClr val="tx1"/>
          </a:solidFill>
          <a:latin typeface="+mn-lt"/>
          <a:ea typeface="Roboto Light" panose="02000000000000000000" pitchFamily="2" charset="0"/>
          <a:cs typeface="Roboto Light" panose="02000000000000000000" pitchFamily="2" charset="0"/>
        </a:defRPr>
      </a:lvl4pPr>
      <a:lvl5pPr marL="914342" indent="-171442" algn="l" defTabSz="685770" rtl="0" eaLnBrk="1" latinLnBrk="0" hangingPunct="1">
        <a:lnSpc>
          <a:spcPct val="100000"/>
        </a:lnSpc>
        <a:spcBef>
          <a:spcPts val="0"/>
        </a:spcBef>
        <a:buClr>
          <a:schemeClr val="tx1"/>
        </a:buClr>
        <a:buSzPct val="90000"/>
        <a:buFont typeface="Arial" panose="020B0604020202020204" pitchFamily="34" charset="0"/>
        <a:buChar char="•"/>
        <a:defRPr sz="873" b="0" i="0" kern="1200">
          <a:solidFill>
            <a:schemeClr val="tx1"/>
          </a:solidFill>
          <a:latin typeface="+mn-lt"/>
          <a:ea typeface="Roboto Light" panose="02000000000000000000" pitchFamily="2" charset="0"/>
          <a:cs typeface="Roboto Light" panose="02000000000000000000" pitchFamily="2" charset="0"/>
        </a:defRPr>
      </a:lvl5pPr>
      <a:lvl6pPr marL="1885868" indent="-171442" algn="l" defTabSz="68577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52" indent="-171442" algn="l" defTabSz="68577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37" indent="-171442" algn="l" defTabSz="68577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22" indent="-171442" algn="l" defTabSz="68577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7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85" algn="l" defTabSz="68577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70" algn="l" defTabSz="68577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55" algn="l" defTabSz="68577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40" algn="l" defTabSz="68577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25" algn="l" defTabSz="68577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10" algn="l" defTabSz="68577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195" algn="l" defTabSz="68577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080" algn="l" defTabSz="68577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2"/>
          <p:cNvSpPr txBox="1">
            <a:spLocks noGrp="1"/>
          </p:cNvSpPr>
          <p:nvPr>
            <p:ph type="subTitle" idx="1"/>
          </p:nvPr>
        </p:nvSpPr>
        <p:spPr>
          <a:xfrm>
            <a:off x="286116" y="2364675"/>
            <a:ext cx="4571811" cy="285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"/>
              <a:t>Integrated Systems Laboratory (ETH Zürich)</a:t>
            </a:r>
            <a:endParaRPr/>
          </a:p>
        </p:txBody>
      </p:sp>
      <p:sp>
        <p:nvSpPr>
          <p:cNvPr id="182" name="Google Shape;182;p32"/>
          <p:cNvSpPr txBox="1">
            <a:spLocks noGrp="1"/>
          </p:cNvSpPr>
          <p:nvPr>
            <p:ph type="title"/>
          </p:nvPr>
        </p:nvSpPr>
        <p:spPr>
          <a:xfrm>
            <a:off x="286116" y="1382921"/>
            <a:ext cx="8000670" cy="830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900"/>
              <a:buFont typeface="Calibri"/>
              <a:buNone/>
            </a:pPr>
            <a:r>
              <a:rPr lang="en" dirty="0"/>
              <a:t>QuantSparse 3D Biweekly 2026-03-</a:t>
            </a:r>
            <a:r>
              <a:rPr lang="en-US" dirty="0"/>
              <a:t>26</a:t>
            </a:r>
            <a:endParaRPr dirty="0"/>
          </a:p>
        </p:txBody>
      </p:sp>
      <p:sp>
        <p:nvSpPr>
          <p:cNvPr id="183" name="Google Shape;183;p32"/>
          <p:cNvSpPr txBox="1">
            <a:spLocks noGrp="1"/>
          </p:cNvSpPr>
          <p:nvPr>
            <p:ph type="body" idx="2"/>
          </p:nvPr>
        </p:nvSpPr>
        <p:spPr>
          <a:xfrm>
            <a:off x="286116" y="2952542"/>
            <a:ext cx="4571811" cy="1285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b="1" dirty="0">
                <a:solidFill>
                  <a:srgbClr val="168638"/>
                </a:solidFill>
                <a:latin typeface="Calibri"/>
                <a:ea typeface="Calibri"/>
                <a:cs typeface="Calibri"/>
                <a:sym typeface="Calibri"/>
              </a:rPr>
              <a:t>Bowen Wang</a:t>
            </a:r>
            <a:r>
              <a:rPr lang="en" dirty="0">
                <a:solidFill>
                  <a:srgbClr val="168638"/>
                </a:solidFill>
              </a:rPr>
              <a:t>          </a:t>
            </a:r>
            <a:r>
              <a:rPr lang="en" dirty="0" err="1">
                <a:solidFill>
                  <a:srgbClr val="000000"/>
                </a:solidFill>
              </a:rPr>
              <a:t>bowwang@iis.ee.ethz.ch</a:t>
            </a:r>
            <a:endParaRPr lang="en" dirty="0">
              <a:solidFill>
                <a:schemeClr val="dk1"/>
              </a:solidFill>
            </a:endParaRPr>
          </a:p>
          <a:p>
            <a:pPr marL="0" lvl="0" indent="0">
              <a:spcBef>
                <a:spcPts val="0"/>
              </a:spcBef>
            </a:pPr>
            <a:r>
              <a:rPr lang="en" b="1" dirty="0">
                <a:solidFill>
                  <a:srgbClr val="168638"/>
                </a:solidFill>
              </a:rPr>
              <a:t>Chi Zhang      </a:t>
            </a:r>
            <a:r>
              <a:rPr lang="en" dirty="0">
                <a:solidFill>
                  <a:srgbClr val="168638"/>
                </a:solidFill>
              </a:rPr>
              <a:t>          </a:t>
            </a:r>
            <a:r>
              <a:rPr lang="en" dirty="0" err="1">
                <a:solidFill>
                  <a:srgbClr val="000000"/>
                </a:solidFill>
              </a:rPr>
              <a:t>chizhang@iis.ee.ethz.ch</a:t>
            </a:r>
            <a:br>
              <a:rPr lang="en" dirty="0">
                <a:solidFill>
                  <a:schemeClr val="dk1"/>
                </a:solidFill>
              </a:rPr>
            </a:b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</a:pPr>
            <a:r>
              <a:rPr lang="en" b="1" dirty="0">
                <a:latin typeface="Calibri"/>
                <a:ea typeface="Calibri"/>
                <a:cs typeface="Calibri"/>
                <a:sym typeface="Calibri"/>
              </a:rPr>
              <a:t>Luca Benini</a:t>
            </a:r>
            <a:r>
              <a:rPr lang="en" b="1" dirty="0"/>
              <a:t>             </a:t>
            </a:r>
            <a:r>
              <a:rPr lang="en" dirty="0" err="1">
                <a:solidFill>
                  <a:schemeClr val="dk1"/>
                </a:solidFill>
              </a:rPr>
              <a:t>lbenini@iis.ee.ethz.ch</a:t>
            </a:r>
            <a:endParaRPr dirty="0">
              <a:solidFill>
                <a:schemeClr val="dk1"/>
              </a:solidFill>
            </a:endParaRPr>
          </a:p>
        </p:txBody>
      </p:sp>
      <p:sp>
        <p:nvSpPr>
          <p:cNvPr id="184" name="Google Shape;184;p3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72575" tIns="36275" rIns="72575" bIns="3627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3"/>
          <p:cNvSpPr txBox="1">
            <a:spLocks noGrp="1"/>
          </p:cNvSpPr>
          <p:nvPr>
            <p:ph type="title"/>
          </p:nvPr>
        </p:nvSpPr>
        <p:spPr>
          <a:xfrm>
            <a:off x="237378" y="135244"/>
            <a:ext cx="8000670" cy="492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900"/>
              <a:buFont typeface="Calibri"/>
              <a:buNone/>
            </a:pPr>
            <a:r>
              <a:rPr lang="en" dirty="0"/>
              <a:t>Agenda</a:t>
            </a:r>
            <a:endParaRPr dirty="0"/>
          </a:p>
        </p:txBody>
      </p:sp>
      <p:sp>
        <p:nvSpPr>
          <p:cNvPr id="190" name="Google Shape;190;p33"/>
          <p:cNvSpPr txBox="1">
            <a:spLocks noGrp="1"/>
          </p:cNvSpPr>
          <p:nvPr>
            <p:ph type="body" idx="1"/>
          </p:nvPr>
        </p:nvSpPr>
        <p:spPr>
          <a:xfrm>
            <a:off x="237376" y="2165447"/>
            <a:ext cx="8000672" cy="2705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/>
          <a:p>
            <a:pPr marL="457200" lvl="0" indent="-3365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•"/>
            </a:pPr>
            <a:r>
              <a:rPr lang="en" dirty="0"/>
              <a:t>Progress Update</a:t>
            </a:r>
          </a:p>
          <a:p>
            <a:pPr lvl="1" indent="-336550">
              <a:lnSpc>
                <a:spcPct val="150000"/>
              </a:lnSpc>
              <a:spcBef>
                <a:spcPts val="0"/>
              </a:spcBef>
              <a:buSzPts val="1700"/>
            </a:pPr>
            <a:r>
              <a:rPr lang="en" b="1" dirty="0"/>
              <a:t>Ventaglio – GVSoC modeling and calibration; E2E framework adaptation</a:t>
            </a:r>
            <a:endParaRPr lang="en" dirty="0"/>
          </a:p>
          <a:p>
            <a:pPr lvl="1" indent="-336550">
              <a:lnSpc>
                <a:spcPct val="150000"/>
              </a:lnSpc>
              <a:spcBef>
                <a:spcPts val="0"/>
              </a:spcBef>
              <a:buSzPts val="1700"/>
            </a:pPr>
            <a:r>
              <a:rPr lang="en" b="1" dirty="0"/>
              <a:t>3D System – </a:t>
            </a:r>
            <a:r>
              <a:rPr lang="en-GB" b="1" dirty="0"/>
              <a:t>Discussion on the plan to model flexible 3D NoC </a:t>
            </a:r>
            <a:endParaRPr lang="en" dirty="0"/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" dirty="0"/>
              <a:t>Timeline</a:t>
            </a:r>
          </a:p>
          <a:p>
            <a:pPr marL="457200" lvl="0" indent="-3365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•"/>
            </a:pPr>
            <a:r>
              <a:rPr lang="en" dirty="0"/>
              <a:t>Discussion</a:t>
            </a:r>
            <a:endParaRPr dirty="0"/>
          </a:p>
        </p:txBody>
      </p:sp>
      <p:sp>
        <p:nvSpPr>
          <p:cNvPr id="191" name="Google Shape;191;p33"/>
          <p:cNvSpPr txBox="1">
            <a:spLocks noGrp="1"/>
          </p:cNvSpPr>
          <p:nvPr>
            <p:ph type="dt" idx="10"/>
          </p:nvPr>
        </p:nvSpPr>
        <p:spPr>
          <a:xfrm>
            <a:off x="2782699" y="4871789"/>
            <a:ext cx="5429026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QuantSparse 3D - Bowen Wang, Paul Scheffler</a:t>
            </a:r>
            <a:endParaRPr/>
          </a:p>
        </p:txBody>
      </p:sp>
      <p:sp>
        <p:nvSpPr>
          <p:cNvPr id="192" name="Google Shape;192;p33"/>
          <p:cNvSpPr txBox="1">
            <a:spLocks noGrp="1"/>
          </p:cNvSpPr>
          <p:nvPr>
            <p:ph type="sldNum" idx="12"/>
          </p:nvPr>
        </p:nvSpPr>
        <p:spPr>
          <a:xfrm>
            <a:off x="8659790" y="4871177"/>
            <a:ext cx="428607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  <p:pic>
        <p:nvPicPr>
          <p:cNvPr id="2" name="图片 5">
            <a:extLst>
              <a:ext uri="{FF2B5EF4-FFF2-40B4-BE49-F238E27FC236}">
                <a16:creationId xmlns:a16="http://schemas.microsoft.com/office/drawing/2014/main" id="{9FC1C4D1-DFD0-711B-F068-3F3A8376936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86077" y="905715"/>
            <a:ext cx="8571843" cy="125942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A33BA5-C9B6-18D1-B7AA-72080B4B7A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02F1D7-53CB-8749-981E-1BAC788C1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Recap: Ventaglio</a:t>
            </a:r>
            <a:endParaRPr lang="en-US" i="1" baseline="300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73B2B7-45EC-0B22-DB91-E5EB74AC632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defTabSz="362880">
              <a:buClrTx/>
            </a:pPr>
            <a:fld id="{00000000-1234-1234-1234-123412341234}" type="slidenum">
              <a:rPr lang="en" kern="1200" smtClean="0">
                <a:solidFill>
                  <a:srgbClr val="000000"/>
                </a:solidFill>
              </a:rPr>
              <a:pPr defTabSz="362880">
                <a:buClrTx/>
              </a:pPr>
              <a:t>3</a:t>
            </a:fld>
            <a:endParaRPr lang="en" kern="1200">
              <a:solidFill>
                <a:srgbClr val="00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B6C412-491D-63AE-C985-F85F27F5E9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3865" y="628031"/>
            <a:ext cx="7650462" cy="4243145"/>
          </a:xfrm>
        </p:spPr>
        <p:txBody>
          <a:bodyPr/>
          <a:lstStyle/>
          <a:p>
            <a:r>
              <a:rPr lang="en-US" altLang="zh-CN" sz="1600" b="0" i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Finished Ventaglio RTL implementation and kernel development</a:t>
            </a:r>
          </a:p>
          <a:p>
            <a:pPr lvl="1"/>
            <a:r>
              <a:rPr lang="en-US" altLang="zh-CN" sz="1200" dirty="0">
                <a:solidFill>
                  <a:schemeClr val="tx1"/>
                </a:solidFill>
                <a:sym typeface="Wingdings" pitchFamily="2" charset="2"/>
              </a:rPr>
              <a:t>Post-increment extension for vector load instructions;</a:t>
            </a:r>
          </a:p>
          <a:p>
            <a:pPr lvl="1"/>
            <a:r>
              <a:rPr lang="en-US" altLang="zh-CN" sz="1200" dirty="0">
                <a:solidFill>
                  <a:schemeClr val="tx1"/>
                </a:solidFill>
                <a:sym typeface="Wingdings" pitchFamily="2" charset="2"/>
              </a:rPr>
              <a:t>Updated SpMM and </a:t>
            </a:r>
            <a:r>
              <a:rPr lang="en-US" altLang="zh-CN" sz="1200" dirty="0" err="1">
                <a:solidFill>
                  <a:schemeClr val="tx1"/>
                </a:solidFill>
                <a:sym typeface="Wingdings" pitchFamily="2" charset="2"/>
              </a:rPr>
              <a:t>SpMV</a:t>
            </a:r>
            <a:r>
              <a:rPr lang="en-US" altLang="zh-CN" sz="1200" dirty="0">
                <a:solidFill>
                  <a:schemeClr val="tx1"/>
                </a:solidFill>
                <a:sym typeface="Wingdings" pitchFamily="2" charset="2"/>
              </a:rPr>
              <a:t> kernels; finished kernel benchmarks; achieved at-the-roofline performance;</a:t>
            </a:r>
          </a:p>
          <a:p>
            <a:pPr lvl="1"/>
            <a:r>
              <a:rPr lang="en-US" altLang="zh-CN" sz="1200" dirty="0">
                <a:solidFill>
                  <a:schemeClr val="tx1"/>
                </a:solidFill>
                <a:sym typeface="Wingdings" pitchFamily="2" charset="2"/>
              </a:rPr>
              <a:t>All custom instructions have LLVM and RISC-V opcodes supports.</a:t>
            </a:r>
          </a:p>
          <a:p>
            <a:r>
              <a:rPr lang="en-US" altLang="zh-CN" sz="1518" b="0" i="1" dirty="0">
                <a:solidFill>
                  <a:schemeClr val="tx1"/>
                </a:solidFill>
                <a:sym typeface="Wingdings" pitchFamily="2" charset="2"/>
              </a:rPr>
              <a:t>New project launched</a:t>
            </a:r>
          </a:p>
          <a:p>
            <a:pPr lvl="1"/>
            <a:r>
              <a:rPr lang="en-US" altLang="zh-CN" sz="1200" b="0" dirty="0">
                <a:solidFill>
                  <a:schemeClr val="tx1"/>
                </a:solidFill>
                <a:sym typeface="Wingdings" pitchFamily="2" charset="2"/>
              </a:rPr>
              <a:t>SA – Integrating Ventaglio with VMXDOTP</a:t>
            </a:r>
          </a:p>
          <a:p>
            <a:pPr lvl="2"/>
            <a:r>
              <a:rPr lang="en-US" altLang="zh-CN" sz="1200" b="0" dirty="0">
                <a:solidFill>
                  <a:schemeClr val="tx1"/>
                </a:solidFill>
                <a:sym typeface="Wingdings" pitchFamily="2" charset="2"/>
              </a:rPr>
              <a:t>Inner-product dataflow; </a:t>
            </a:r>
            <a:r>
              <a:rPr lang="en-US" altLang="zh-CN" sz="1200" dirty="0">
                <a:solidFill>
                  <a:schemeClr val="tx1"/>
                </a:solidFill>
                <a:sym typeface="Wingdings" pitchFamily="2" charset="2"/>
              </a:rPr>
              <a:t>B</a:t>
            </a:r>
            <a:r>
              <a:rPr lang="en-US" altLang="zh-CN" sz="1200" b="0" dirty="0">
                <a:solidFill>
                  <a:schemeClr val="tx1"/>
                </a:solidFill>
                <a:sym typeface="Wingdings" pitchFamily="2" charset="2"/>
              </a:rPr>
              <a:t>itmap indices for MX-blocks</a:t>
            </a:r>
          </a:p>
          <a:p>
            <a:r>
              <a:rPr lang="en-US" altLang="zh-CN" sz="1518" b="0" dirty="0">
                <a:solidFill>
                  <a:schemeClr val="tx1"/>
                </a:solidFill>
                <a:sym typeface="Wingdings" pitchFamily="2" charset="2"/>
              </a:rPr>
              <a:t>Next step:</a:t>
            </a:r>
          </a:p>
          <a:p>
            <a:pPr lvl="1"/>
            <a:r>
              <a:rPr lang="en-US" altLang="zh-CN" sz="1200" dirty="0">
                <a:solidFill>
                  <a:schemeClr val="tx1"/>
                </a:solidFill>
                <a:sym typeface="Wingdings" pitchFamily="2" charset="2"/>
              </a:rPr>
              <a:t>Started Ventaglio modeling and calibration  E2E benchmark</a:t>
            </a:r>
          </a:p>
          <a:p>
            <a:pPr lvl="1"/>
            <a:endParaRPr lang="en-US" altLang="zh-CN" sz="1200" i="1" dirty="0">
              <a:solidFill>
                <a:schemeClr val="tx1"/>
              </a:solidFill>
              <a:sym typeface="Wingdings" pitchFamily="2" charset="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BA6A2305-34B6-09B4-E86D-62621C6AAAA6}"/>
              </a:ext>
            </a:extLst>
          </p:cNvPr>
          <p:cNvSpPr txBox="1"/>
          <p:nvPr/>
        </p:nvSpPr>
        <p:spPr>
          <a:xfrm>
            <a:off x="5186050" y="4925746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720000"/>
            <a:endParaRPr lang="en-US" sz="2400" b="0" i="0" dirty="0">
              <a:solidFill>
                <a:schemeClr val="tx2"/>
              </a:solidFill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30845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46C824-83B4-D6B0-A2B4-FCA9F7841E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0E4546-9430-50E5-84FB-4FF4F5E78E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Ventaglio E2E Simulation on SoftHier</a:t>
            </a:r>
            <a:endParaRPr lang="en-US" i="1" baseline="300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91DD19-2269-7CD7-303C-BA0FB6E0FE6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defTabSz="362880">
              <a:buClrTx/>
            </a:pPr>
            <a:fld id="{00000000-1234-1234-1234-123412341234}" type="slidenum">
              <a:rPr lang="en" kern="1200" smtClean="0">
                <a:solidFill>
                  <a:srgbClr val="000000"/>
                </a:solidFill>
              </a:rPr>
              <a:pPr defTabSz="362880">
                <a:buClrTx/>
              </a:pPr>
              <a:t>4</a:t>
            </a:fld>
            <a:endParaRPr lang="en" kern="1200">
              <a:solidFill>
                <a:srgbClr val="00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9FD37E-1791-7A27-8B2D-A1AC89E2CB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3865" y="628031"/>
            <a:ext cx="7650462" cy="4243145"/>
          </a:xfrm>
        </p:spPr>
        <p:txBody>
          <a:bodyPr/>
          <a:lstStyle/>
          <a:p>
            <a:r>
              <a:rPr lang="en-US" altLang="zh-CN" sz="1600" b="0" i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Spatz modeling in GVSoC</a:t>
            </a:r>
          </a:p>
          <a:p>
            <a:pPr lvl="1"/>
            <a:r>
              <a:rPr lang="en-US" altLang="zh-CN" sz="1200" dirty="0">
                <a:solidFill>
                  <a:schemeClr val="tx1"/>
                </a:solidFill>
                <a:sym typeface="Wingdings" pitchFamily="2" charset="2"/>
              </a:rPr>
              <a:t>Ported the baseline FP32 and FP16 GEMM/GEMV kernels from RTL benchmark to GVSoC</a:t>
            </a:r>
          </a:p>
          <a:p>
            <a:pPr lvl="1"/>
            <a:r>
              <a:rPr lang="en-US" altLang="zh-CN" sz="1200" dirty="0">
                <a:solidFill>
                  <a:schemeClr val="tx1"/>
                </a:solidFill>
                <a:sym typeface="Wingdings" pitchFamily="2" charset="2"/>
              </a:rPr>
              <a:t>Implemented HBM preload mode for testing arbitrarily large matrix size</a:t>
            </a:r>
          </a:p>
          <a:p>
            <a:r>
              <a:rPr lang="en-US" altLang="zh-CN" sz="1600" b="0" i="1" dirty="0">
                <a:solidFill>
                  <a:schemeClr val="tx1"/>
                </a:solidFill>
                <a:sym typeface="Wingdings" pitchFamily="2" charset="2"/>
              </a:rPr>
              <a:t>Ventaglio instruction modeling in GVSoC</a:t>
            </a:r>
          </a:p>
          <a:p>
            <a:pPr lvl="1"/>
            <a:r>
              <a:rPr lang="en-US" altLang="zh-CN" sz="1200" dirty="0">
                <a:solidFill>
                  <a:schemeClr val="tx1"/>
                </a:solidFill>
                <a:sym typeface="Wingdings" pitchFamily="2" charset="2"/>
              </a:rPr>
              <a:t>Added 3 sets of new instructions with index semantics to Spatz GVSoC ISS decoder</a:t>
            </a:r>
          </a:p>
          <a:p>
            <a:pPr lvl="2"/>
            <a:r>
              <a:rPr lang="en-US" altLang="zh-CN" sz="1200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vlx</a:t>
            </a:r>
            <a:r>
              <a:rPr lang="en-US" altLang="zh-CN" sz="12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*.v</a:t>
            </a:r>
            <a:r>
              <a:rPr lang="en-US" altLang="zh-CN" sz="1200" b="0" dirty="0">
                <a:solidFill>
                  <a:schemeClr val="tx1"/>
                </a:solidFill>
                <a:sym typeface="Wingdings" pitchFamily="2" charset="2"/>
              </a:rPr>
              <a:t>, </a:t>
            </a:r>
            <a:r>
              <a:rPr lang="en-US" altLang="zh-CN" sz="1200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vfxmacc.vf</a:t>
            </a:r>
            <a:r>
              <a:rPr lang="en-US" altLang="zh-CN" sz="1200" b="0" dirty="0">
                <a:solidFill>
                  <a:schemeClr val="tx1"/>
                </a:solidFill>
                <a:sym typeface="Wingdings" pitchFamily="2" charset="2"/>
              </a:rPr>
              <a:t>, and </a:t>
            </a:r>
            <a:r>
              <a:rPr lang="en-US" altLang="zh-CN" sz="1200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vfxmul.vf</a:t>
            </a:r>
            <a:r>
              <a:rPr lang="en-US" altLang="zh-CN" sz="1200" b="1" dirty="0">
                <a:solidFill>
                  <a:schemeClr val="tx1"/>
                </a:solidFill>
                <a:cs typeface="Consolas" panose="020B0609020204030204" pitchFamily="49" charset="0"/>
                <a:sym typeface="Wingdings" pitchFamily="2" charset="2"/>
              </a:rPr>
              <a:t>, </a:t>
            </a:r>
            <a:r>
              <a:rPr lang="en-US" altLang="zh-CN" sz="1200" dirty="0">
                <a:solidFill>
                  <a:schemeClr val="tx1"/>
                </a:solidFill>
                <a:cs typeface="Consolas" panose="020B0609020204030204" pitchFamily="49" charset="0"/>
                <a:sym typeface="Wingdings" pitchFamily="2" charset="2"/>
              </a:rPr>
              <a:t>w</a:t>
            </a:r>
            <a:r>
              <a:rPr lang="en-US" altLang="zh-CN" sz="1200" dirty="0">
                <a:solidFill>
                  <a:schemeClr val="tx1"/>
                </a:solidFill>
                <a:cs typeface="Calibri" panose="020F0502020204030204" pitchFamily="34" charset="0"/>
                <a:sym typeface="Wingdings" pitchFamily="2" charset="2"/>
              </a:rPr>
              <a:t>ith timing annotation</a:t>
            </a:r>
          </a:p>
          <a:p>
            <a:pPr lvl="1"/>
            <a:r>
              <a:rPr lang="en-US" altLang="zh-CN" sz="1200" b="0" dirty="0">
                <a:solidFill>
                  <a:schemeClr val="tx1"/>
                </a:solidFill>
                <a:sym typeface="Wingdings" pitchFamily="2" charset="2"/>
              </a:rPr>
              <a:t>Added post-increment extension instructions</a:t>
            </a:r>
          </a:p>
          <a:p>
            <a:pPr lvl="1"/>
            <a:r>
              <a:rPr lang="en-US" altLang="zh-CN" sz="1200" dirty="0">
                <a:solidFill>
                  <a:schemeClr val="tx1"/>
                </a:solidFill>
                <a:sym typeface="Wingdings" pitchFamily="2" charset="2"/>
              </a:rPr>
              <a:t>Calibrated against SpMM/</a:t>
            </a:r>
            <a:r>
              <a:rPr lang="en-US" altLang="zh-CN" sz="1200" dirty="0" err="1">
                <a:solidFill>
                  <a:schemeClr val="tx1"/>
                </a:solidFill>
                <a:sym typeface="Wingdings" pitchFamily="2" charset="2"/>
              </a:rPr>
              <a:t>SpMV</a:t>
            </a:r>
            <a:r>
              <a:rPr lang="en-US" altLang="zh-CN" sz="1200" dirty="0">
                <a:solidFill>
                  <a:schemeClr val="tx1"/>
                </a:solidFill>
                <a:sym typeface="Wingdings" pitchFamily="2" charset="2"/>
              </a:rPr>
              <a:t> kernels RTL simulation across 8 problem sizes</a:t>
            </a:r>
          </a:p>
          <a:p>
            <a:pPr lvl="2"/>
            <a:r>
              <a:rPr lang="en-US" altLang="zh-CN" sz="1200" dirty="0">
                <a:solidFill>
                  <a:schemeClr val="tx1"/>
                </a:solidFill>
                <a:sym typeface="Wingdings" pitchFamily="2" charset="2"/>
              </a:rPr>
              <a:t>M</a:t>
            </a:r>
            <a:r>
              <a:rPr lang="en-US" altLang="zh-CN" sz="1200" b="0" dirty="0">
                <a:solidFill>
                  <a:schemeClr val="tx1"/>
                </a:solidFill>
                <a:sym typeface="Wingdings" pitchFamily="2" charset="2"/>
              </a:rPr>
              <a:t>x16x16 – </a:t>
            </a:r>
            <a:r>
              <a:rPr lang="en-US" altLang="zh-CN" sz="1200" dirty="0">
                <a:solidFill>
                  <a:schemeClr val="tx1"/>
                </a:solidFill>
                <a:sym typeface="Wingdings" pitchFamily="2" charset="2"/>
              </a:rPr>
              <a:t>M</a:t>
            </a:r>
            <a:r>
              <a:rPr lang="en-US" altLang="zh-CN" sz="1200" b="0" dirty="0">
                <a:solidFill>
                  <a:schemeClr val="tx1"/>
                </a:solidFill>
                <a:sym typeface="Wingdings" pitchFamily="2" charset="2"/>
              </a:rPr>
              <a:t>x128x128, for both 2:4 and 1:4 sparsity formats</a:t>
            </a:r>
          </a:p>
          <a:p>
            <a:pPr lvl="2"/>
            <a:r>
              <a:rPr lang="en-US" altLang="zh-CN" sz="1200" dirty="0">
                <a:solidFill>
                  <a:schemeClr val="tx1"/>
                </a:solidFill>
                <a:sym typeface="Wingdings" pitchFamily="2" charset="2"/>
              </a:rPr>
              <a:t>With maximum 2.3% error</a:t>
            </a:r>
            <a:endParaRPr lang="en-US" altLang="zh-CN" sz="1200" b="0" dirty="0">
              <a:solidFill>
                <a:schemeClr val="tx1"/>
              </a:solidFill>
              <a:sym typeface="Wingdings" pitchFamily="2" charset="2"/>
            </a:endParaRPr>
          </a:p>
          <a:p>
            <a:r>
              <a:rPr lang="en-US" altLang="zh-CN" sz="1600" b="0" i="1" dirty="0">
                <a:solidFill>
                  <a:schemeClr val="tx1"/>
                </a:solidFill>
                <a:sym typeface="Wingdings" pitchFamily="2" charset="2"/>
              </a:rPr>
              <a:t>SUMMA dataflow integration</a:t>
            </a:r>
            <a:r>
              <a:rPr lang="en-US" altLang="zh-CN" sz="1518" b="0" dirty="0">
                <a:solidFill>
                  <a:schemeClr val="tx1"/>
                </a:solidFill>
                <a:sym typeface="Wingdings" pitchFamily="2" charset="2"/>
              </a:rPr>
              <a:t>:</a:t>
            </a:r>
          </a:p>
          <a:p>
            <a:pPr lvl="1"/>
            <a:r>
              <a:rPr lang="en-US" altLang="zh-CN" sz="1200" dirty="0">
                <a:solidFill>
                  <a:schemeClr val="tx1"/>
                </a:solidFill>
                <a:sym typeface="Wingdings" pitchFamily="2" charset="2"/>
              </a:rPr>
              <a:t>Implemented SUMMA-based Spatz GEMM/SpMM kernels</a:t>
            </a:r>
          </a:p>
          <a:p>
            <a:pPr lvl="2"/>
            <a:r>
              <a:rPr lang="en-US" altLang="zh-CN" sz="1200" dirty="0">
                <a:solidFill>
                  <a:schemeClr val="tx1"/>
                </a:solidFill>
                <a:sym typeface="Wingdings" pitchFamily="2" charset="2"/>
              </a:rPr>
              <a:t>Drop-in replacement for the </a:t>
            </a:r>
            <a:r>
              <a:rPr lang="en-US" altLang="zh-CN" sz="1200" dirty="0" err="1">
                <a:solidFill>
                  <a:schemeClr val="tx1"/>
                </a:solidFill>
                <a:sym typeface="Wingdings" pitchFamily="2" charset="2"/>
              </a:rPr>
              <a:t>RedMuLE</a:t>
            </a:r>
            <a:r>
              <a:rPr lang="en-US" altLang="zh-CN" sz="1200" dirty="0">
                <a:solidFill>
                  <a:schemeClr val="tx1"/>
                </a:solidFill>
                <a:sym typeface="Wingdings" pitchFamily="2" charset="2"/>
              </a:rPr>
              <a:t> </a:t>
            </a:r>
            <a:r>
              <a:rPr lang="en-US" altLang="zh-CN" sz="1200" dirty="0" err="1">
                <a:solidFill>
                  <a:schemeClr val="tx1"/>
                </a:solidFill>
                <a:sym typeface="Wingdings" pitchFamily="2" charset="2"/>
              </a:rPr>
              <a:t>SummaGEMM</a:t>
            </a:r>
            <a:endParaRPr lang="en-US" altLang="zh-CN" sz="1200" dirty="0">
              <a:solidFill>
                <a:schemeClr val="tx1"/>
              </a:solidFill>
              <a:sym typeface="Wingdings" pitchFamily="2" charset="2"/>
            </a:endParaRPr>
          </a:p>
          <a:p>
            <a:pPr lvl="2"/>
            <a:r>
              <a:rPr lang="en-US" altLang="zh-CN" sz="1200" dirty="0">
                <a:solidFill>
                  <a:schemeClr val="tx1"/>
                </a:solidFill>
                <a:sym typeface="Wingdings" pitchFamily="2" charset="2"/>
              </a:rPr>
              <a:t>Adapted sparse-aware DMA</a:t>
            </a:r>
          </a:p>
          <a:p>
            <a:pPr lvl="1"/>
            <a:endParaRPr lang="en-US" altLang="zh-CN" sz="1200" i="1" dirty="0">
              <a:solidFill>
                <a:schemeClr val="tx1"/>
              </a:solidFill>
              <a:sym typeface="Wingdings" pitchFamily="2" charset="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55F29767-2FFA-00DE-563A-DE068ACD8B8D}"/>
              </a:ext>
            </a:extLst>
          </p:cNvPr>
          <p:cNvSpPr txBox="1"/>
          <p:nvPr/>
        </p:nvSpPr>
        <p:spPr>
          <a:xfrm>
            <a:off x="5186050" y="4925746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720000"/>
            <a:endParaRPr lang="en-US" sz="2400" b="0" i="0" dirty="0">
              <a:solidFill>
                <a:schemeClr val="tx2"/>
              </a:solidFill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56255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E2EE44-D9E2-9168-D039-2367A50ACA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A0770-6DE0-B3B4-F256-283FFA439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Ventaglio E2E Simulation on SoftHier</a:t>
            </a:r>
            <a:endParaRPr lang="en-US" i="1" baseline="300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B6B099-9EDD-07C8-F02F-A183D35A83C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defTabSz="362880">
              <a:buClrTx/>
            </a:pPr>
            <a:fld id="{00000000-1234-1234-1234-123412341234}" type="slidenum">
              <a:rPr lang="en" kern="1200" smtClean="0">
                <a:solidFill>
                  <a:srgbClr val="000000"/>
                </a:solidFill>
              </a:rPr>
              <a:pPr defTabSz="362880">
                <a:buClrTx/>
              </a:pPr>
              <a:t>5</a:t>
            </a:fld>
            <a:endParaRPr lang="en" kern="1200">
              <a:solidFill>
                <a:srgbClr val="00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799271-312B-38C3-FB6B-F2E11DF245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3865" y="628031"/>
            <a:ext cx="7650462" cy="4243145"/>
          </a:xfrm>
        </p:spPr>
        <p:txBody>
          <a:bodyPr/>
          <a:lstStyle/>
          <a:p>
            <a:r>
              <a:rPr lang="en-US" altLang="zh-CN" sz="1600" b="0" i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Work in progress</a:t>
            </a:r>
          </a:p>
          <a:p>
            <a:pPr lvl="1"/>
            <a:r>
              <a:rPr lang="en-US" altLang="zh-CN" sz="12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Spatz SUMMA optimizer</a:t>
            </a:r>
            <a:r>
              <a:rPr lang="en-US" altLang="zh-CN" sz="1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: L1 capacity constraint for double-buffered tiling and dataflow</a:t>
            </a:r>
          </a:p>
          <a:p>
            <a:pPr lvl="1"/>
            <a:r>
              <a:rPr lang="en-US" altLang="zh-CN" sz="1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Adaptation to GEMV/</a:t>
            </a:r>
            <a:r>
              <a:rPr lang="en-US" altLang="zh-CN" sz="12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SpMV</a:t>
            </a:r>
            <a:r>
              <a:rPr lang="en-US" altLang="zh-CN" sz="1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 for autoregressive decoding</a:t>
            </a:r>
          </a:p>
          <a:p>
            <a:r>
              <a:rPr lang="en-US" altLang="zh-CN" sz="1600" b="0" i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Next step</a:t>
            </a:r>
          </a:p>
          <a:p>
            <a:pPr lvl="1"/>
            <a:r>
              <a:rPr lang="en-US" altLang="zh-CN" sz="1200" dirty="0">
                <a:solidFill>
                  <a:schemeClr val="tx1"/>
                </a:solidFill>
                <a:sym typeface="Wingdings" pitchFamily="2" charset="2"/>
              </a:rPr>
              <a:t>E2E pipeline integration: Add Spatz-base SUMMA implementations to the flow pipeline</a:t>
            </a:r>
          </a:p>
          <a:p>
            <a:pPr lvl="1"/>
            <a:r>
              <a:rPr lang="en-US" altLang="zh-CN" sz="1200" dirty="0">
                <a:solidFill>
                  <a:schemeClr val="tx1"/>
                </a:solidFill>
                <a:sym typeface="Wingdings" pitchFamily="2" charset="2"/>
              </a:rPr>
              <a:t>3-way comparison (dense, 2:4 sparse, and 1:4 sparse) on Qwen-7B</a:t>
            </a:r>
          </a:p>
          <a:p>
            <a:pPr lvl="1"/>
            <a:endParaRPr lang="en-US" altLang="zh-CN" sz="1200" i="1" dirty="0">
              <a:solidFill>
                <a:schemeClr val="tx1"/>
              </a:solidFill>
              <a:sym typeface="Wingdings" pitchFamily="2" charset="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E3CBCD94-0F6F-AE66-52F2-1AA4670E5ABF}"/>
              </a:ext>
            </a:extLst>
          </p:cNvPr>
          <p:cNvSpPr txBox="1"/>
          <p:nvPr/>
        </p:nvSpPr>
        <p:spPr>
          <a:xfrm>
            <a:off x="5186050" y="4925746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720000"/>
            <a:endParaRPr lang="en-US" sz="2400" b="0" i="0" dirty="0">
              <a:solidFill>
                <a:schemeClr val="tx2"/>
              </a:solidFill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88664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PULP Triangle">
  <a:themeElements>
    <a:clrScheme name="PULP palette">
      <a:dk1>
        <a:srgbClr val="000000"/>
      </a:dk1>
      <a:lt1>
        <a:srgbClr val="ABABAB"/>
      </a:lt1>
      <a:dk2>
        <a:srgbClr val="5D5D5D"/>
      </a:dk2>
      <a:lt2>
        <a:srgbClr val="FFFFFF"/>
      </a:lt2>
      <a:accent1>
        <a:srgbClr val="A8322C"/>
      </a:accent1>
      <a:accent2>
        <a:srgbClr val="1269B0"/>
      </a:accent2>
      <a:accent3>
        <a:srgbClr val="168638"/>
      </a:accent3>
      <a:accent4>
        <a:srgbClr val="F29545"/>
      </a:accent4>
      <a:accent5>
        <a:srgbClr val="910569"/>
      </a:accent5>
      <a:accent6>
        <a:srgbClr val="48592C"/>
      </a:accent6>
      <a:hlink>
        <a:srgbClr val="007996"/>
      </a:hlink>
      <a:folHlink>
        <a:srgbClr val="ABABA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PULP Triangle">
  <a:themeElements>
    <a:clrScheme name="PULP palette">
      <a:dk1>
        <a:srgbClr val="000000"/>
      </a:dk1>
      <a:lt1>
        <a:srgbClr val="ABABAB"/>
      </a:lt1>
      <a:dk2>
        <a:srgbClr val="5D5D5D"/>
      </a:dk2>
      <a:lt2>
        <a:srgbClr val="FFFFFF"/>
      </a:lt2>
      <a:accent1>
        <a:srgbClr val="A8322C"/>
      </a:accent1>
      <a:accent2>
        <a:srgbClr val="1269B0"/>
      </a:accent2>
      <a:accent3>
        <a:srgbClr val="168638"/>
      </a:accent3>
      <a:accent4>
        <a:srgbClr val="F29545"/>
      </a:accent4>
      <a:accent5>
        <a:srgbClr val="910569"/>
      </a:accent5>
      <a:accent6>
        <a:srgbClr val="48592C"/>
      </a:accent6>
      <a:hlink>
        <a:srgbClr val="007996"/>
      </a:hlink>
      <a:folHlink>
        <a:srgbClr val="ABABAB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  <a:effectLst/>
      </a:spPr>
      <a:bodyPr rot="0" spcFirstLastPara="0" vertOverflow="overflow" horzOverflow="overflow" vert="horz" wrap="square" lIns="0" tIns="0" rIns="0" bIns="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b="1" i="0" cap="none" spc="0" dirty="0">
            <a:ln>
              <a:noFill/>
            </a:ln>
            <a:solidFill>
              <a:schemeClr val="bg2"/>
            </a:solidFill>
            <a:effectLst/>
            <a:latin typeface="Arial Narrow" panose="020B0604020202020204" pitchFamily="34" charset="0"/>
            <a:cs typeface="Arial Narrow" panose="020B0604020202020204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8100"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noAutofit/>
      </a:bodyPr>
      <a:lstStyle>
        <a:defPPr algn="l" defTabSz="720000">
          <a:defRPr sz="2400" b="0" i="0" dirty="0" smtClean="0">
            <a:solidFill>
              <a:schemeClr val="tx2"/>
            </a:solidFill>
            <a:latin typeface="Arial Narrow" panose="020B0604020202020204" pitchFamily="34" charset="0"/>
            <a:cs typeface="Arial Narrow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7D778353-C828-49F6-8D8D-2AB4582EB5C2}" vid="{5F78B0AA-AA4A-4887-80EB-632809F14C64}"/>
    </a:ext>
  </a:extLst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10910</TotalTime>
  <Words>331</Words>
  <Application>Microsoft Macintosh PowerPoint</Application>
  <PresentationFormat>On-screen Show (16:9)</PresentationFormat>
  <Paragraphs>49</Paragraphs>
  <Slides>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5</vt:i4>
      </vt:variant>
    </vt:vector>
  </HeadingPairs>
  <TitlesOfParts>
    <vt:vector size="14" baseType="lpstr">
      <vt:lpstr>Calibri</vt:lpstr>
      <vt:lpstr>Arial Narrow</vt:lpstr>
      <vt:lpstr>Arial</vt:lpstr>
      <vt:lpstr>Consolas</vt:lpstr>
      <vt:lpstr>Wingdings</vt:lpstr>
      <vt:lpstr>Calibri Light</vt:lpstr>
      <vt:lpstr>Simple Light</vt:lpstr>
      <vt:lpstr>PULP Triangle</vt:lpstr>
      <vt:lpstr>1_PULP Triangle</vt:lpstr>
      <vt:lpstr>QuantSparse 3D Biweekly 2026-03-26</vt:lpstr>
      <vt:lpstr>Agenda</vt:lpstr>
      <vt:lpstr>Recap: Ventaglio</vt:lpstr>
      <vt:lpstr>Ventaglio E2E Simulation on SoftHier</vt:lpstr>
      <vt:lpstr>Ventaglio E2E Simulation on SoftHier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QuantSparse 3D Biweekly 2025-03-25</dc:title>
  <dc:creator>paulsc</dc:creator>
  <cp:lastModifiedBy>Wang, Bowen</cp:lastModifiedBy>
  <cp:revision>1285</cp:revision>
  <dcterms:modified xsi:type="dcterms:W3CDTF">2026-03-26T07:54:49Z</dcterms:modified>
</cp:coreProperties>
</file>