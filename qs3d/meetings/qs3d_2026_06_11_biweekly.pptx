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24"/>
  </p:notesMasterIdLst>
  <p:sldIdLst>
    <p:sldId id="256" r:id="rId2"/>
    <p:sldId id="257" r:id="rId3"/>
    <p:sldId id="341" r:id="rId4"/>
    <p:sldId id="338" r:id="rId5"/>
    <p:sldId id="342" r:id="rId6"/>
    <p:sldId id="343" r:id="rId7"/>
    <p:sldId id="337" r:id="rId8"/>
    <p:sldId id="318" r:id="rId9"/>
    <p:sldId id="306" r:id="rId10"/>
    <p:sldId id="310" r:id="rId11"/>
    <p:sldId id="339" r:id="rId12"/>
    <p:sldId id="321" r:id="rId13"/>
    <p:sldId id="333" r:id="rId14"/>
    <p:sldId id="296" r:id="rId15"/>
    <p:sldId id="334" r:id="rId16"/>
    <p:sldId id="335" r:id="rId17"/>
    <p:sldId id="319" r:id="rId18"/>
    <p:sldId id="297" r:id="rId19"/>
    <p:sldId id="340" r:id="rId20"/>
    <p:sldId id="299" r:id="rId21"/>
    <p:sldId id="300" r:id="rId22"/>
    <p:sldId id="301" r:id="rId23"/>
  </p:sldIdLst>
  <p:sldSz cx="18288000" cy="10287000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tivations" id="{986FDFF6-C4AB-4797-B5F8-5BD0F9246DA7}">
          <p14:sldIdLst>
            <p14:sldId id="256"/>
            <p14:sldId id="257"/>
            <p14:sldId id="341"/>
            <p14:sldId id="338"/>
            <p14:sldId id="342"/>
            <p14:sldId id="343"/>
            <p14:sldId id="337"/>
            <p14:sldId id="318"/>
            <p14:sldId id="306"/>
          </p14:sldIdLst>
        </p14:section>
        <p14:section name="DSL" id="{5904266B-09A5-4AC9-99F9-7B076C698D55}">
          <p14:sldIdLst>
            <p14:sldId id="310"/>
          </p14:sldIdLst>
        </p14:section>
        <p14:section name="DSL" id="{BC457ADA-F5AD-1049-B7B9-5DFA37596B7A}">
          <p14:sldIdLst>
            <p14:sldId id="339"/>
          </p14:sldIdLst>
        </p14:section>
        <p14:section name="Compiler" id="{A2A406F5-D425-49D4-9736-DCA2E11AA652}">
          <p14:sldIdLst>
            <p14:sldId id="321"/>
          </p14:sldIdLst>
        </p14:section>
        <p14:section name="Kernel" id="{D37ED188-E369-4284-96E4-89B1BCB40440}">
          <p14:sldIdLst>
            <p14:sldId id="333"/>
            <p14:sldId id="296"/>
            <p14:sldId id="334"/>
            <p14:sldId id="335"/>
            <p14:sldId id="319"/>
            <p14:sldId id="297"/>
            <p14:sldId id="340"/>
            <p14:sldId id="299"/>
            <p14:sldId id="300"/>
          </p14:sldIdLst>
        </p14:section>
        <p14:section name="Summary" id="{F3D1CA93-0DEB-4BC3-9526-9D39563CA07A}">
          <p14:sldIdLst>
            <p14:sldId id="301"/>
          </p14:sldIdLst>
        </p14:section>
        <p14:section name="Backup" id="{6E0BAE9B-4AA9-47E1-8355-7842D2C4C07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BFFF"/>
    <a:srgbClr val="8A59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768"/>
    <p:restoredTop sz="81150" autoAdjust="0"/>
  </p:normalViewPr>
  <p:slideViewPr>
    <p:cSldViewPr snapToGrid="0" snapToObjects="1">
      <p:cViewPr varScale="1">
        <p:scale>
          <a:sx n="106" d="100"/>
          <a:sy n="106" d="100"/>
        </p:scale>
        <p:origin x="6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工作表1!$I$1</c:f>
              <c:strCache>
                <c:ptCount val="1"/>
                <c:pt idx="0">
                  <c:v>Reached DRAM BW (TB/s)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工作表1!$H$2:$H$6</c:f>
              <c:strCache>
                <c:ptCount val="5"/>
                <c:pt idx="0">
                  <c:v>3D_2x2</c:v>
                </c:pt>
                <c:pt idx="1">
                  <c:v>3D_4x4</c:v>
                </c:pt>
                <c:pt idx="2">
                  <c:v>3D_8x8</c:v>
                </c:pt>
                <c:pt idx="3">
                  <c:v>3D_16x16</c:v>
                </c:pt>
                <c:pt idx="4">
                  <c:v>3D_32x32</c:v>
                </c:pt>
              </c:strCache>
            </c:strRef>
          </c:cat>
          <c:val>
            <c:numRef>
              <c:f>工作表1!$I$2:$I$6</c:f>
              <c:numCache>
                <c:formatCode>General</c:formatCode>
                <c:ptCount val="5"/>
                <c:pt idx="0">
                  <c:v>0.20810628866110328</c:v>
                </c:pt>
                <c:pt idx="1">
                  <c:v>0.84140250869827571</c:v>
                </c:pt>
                <c:pt idx="2">
                  <c:v>3.2023454678719765</c:v>
                </c:pt>
                <c:pt idx="3">
                  <c:v>10.084012925065394</c:v>
                </c:pt>
                <c:pt idx="4">
                  <c:v>19.662766276627664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46-4E9E-8CB2-EAC844148F0C}"/>
            </c:ext>
          </c:extLst>
        </c:ser>
        <c:ser>
          <c:idx val="1"/>
          <c:order val="1"/>
          <c:tx>
            <c:strRef>
              <c:f>工作表1!$J$1</c:f>
              <c:strCache>
                <c:ptCount val="1"/>
                <c:pt idx="0">
                  <c:v>Max DRAM BW (TB/s)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工作表1!$H$2:$H$6</c:f>
              <c:strCache>
                <c:ptCount val="5"/>
                <c:pt idx="0">
                  <c:v>3D_2x2</c:v>
                </c:pt>
                <c:pt idx="1">
                  <c:v>3D_4x4</c:v>
                </c:pt>
                <c:pt idx="2">
                  <c:v>3D_8x8</c:v>
                </c:pt>
                <c:pt idx="3">
                  <c:v>3D_16x16</c:v>
                </c:pt>
                <c:pt idx="4">
                  <c:v>3D_32x32</c:v>
                </c:pt>
              </c:strCache>
            </c:strRef>
          </c:cat>
          <c:val>
            <c:numRef>
              <c:f>工作表1!$J$2:$J$6</c:f>
              <c:numCache>
                <c:formatCode>General</c:formatCode>
                <c:ptCount val="5"/>
                <c:pt idx="0">
                  <c:v>0.25</c:v>
                </c:pt>
                <c:pt idx="1">
                  <c:v>1</c:v>
                </c:pt>
                <c:pt idx="2">
                  <c:v>4</c:v>
                </c:pt>
                <c:pt idx="3">
                  <c:v>16</c:v>
                </c:pt>
                <c:pt idx="4">
                  <c:v>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46-4E9E-8CB2-EAC844148F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08136047"/>
        <c:axId val="508134127"/>
      </c:barChart>
      <c:lineChart>
        <c:grouping val="standard"/>
        <c:varyColors val="0"/>
        <c:ser>
          <c:idx val="2"/>
          <c:order val="2"/>
          <c:tx>
            <c:strRef>
              <c:f>工作表1!$K$1</c:f>
              <c:strCache>
                <c:ptCount val="1"/>
                <c:pt idx="0">
                  <c:v>DRAM BW Uti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工作表1!$H$2:$H$6</c:f>
              <c:strCache>
                <c:ptCount val="5"/>
                <c:pt idx="0">
                  <c:v>3D_2x2</c:v>
                </c:pt>
                <c:pt idx="1">
                  <c:v>3D_4x4</c:v>
                </c:pt>
                <c:pt idx="2">
                  <c:v>3D_8x8</c:v>
                </c:pt>
                <c:pt idx="3">
                  <c:v>3D_16x16</c:v>
                </c:pt>
                <c:pt idx="4">
                  <c:v>3D_32x32</c:v>
                </c:pt>
              </c:strCache>
            </c:strRef>
          </c:cat>
          <c:val>
            <c:numRef>
              <c:f>工作表1!$K$2:$K$6</c:f>
              <c:numCache>
                <c:formatCode>General</c:formatCode>
                <c:ptCount val="5"/>
                <c:pt idx="0">
                  <c:v>0.83242515464441313</c:v>
                </c:pt>
                <c:pt idx="1">
                  <c:v>0.84140250869827571</c:v>
                </c:pt>
                <c:pt idx="2">
                  <c:v>0.80058636696799412</c:v>
                </c:pt>
                <c:pt idx="3">
                  <c:v>0.63025080781658716</c:v>
                </c:pt>
                <c:pt idx="4">
                  <c:v>0.30723072307230725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C46-4E9E-8CB2-EAC844148F0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80084447"/>
        <c:axId val="680085407"/>
      </c:lineChart>
      <c:catAx>
        <c:axId val="5081360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508134127"/>
        <c:crossesAt val="0.125"/>
        <c:auto val="1"/>
        <c:lblAlgn val="ctr"/>
        <c:lblOffset val="100"/>
        <c:noMultiLvlLbl val="0"/>
      </c:catAx>
      <c:valAx>
        <c:axId val="508134127"/>
        <c:scaling>
          <c:logBase val="2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Bandwidth TB/s</a:t>
                </a:r>
                <a:endParaRPr lang="en-CH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H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508136047"/>
        <c:crosses val="autoZero"/>
        <c:crossBetween val="between"/>
      </c:valAx>
      <c:valAx>
        <c:axId val="68008540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400" b="1"/>
                  <a:t>DRAM BW Uti</a:t>
                </a:r>
                <a:endParaRPr lang="en-CH" sz="1400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CH"/>
            </a:p>
          </c:txPr>
        </c:title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CH"/>
          </a:p>
        </c:txPr>
        <c:crossAx val="680084447"/>
        <c:crosses val="max"/>
        <c:crossBetween val="between"/>
      </c:valAx>
      <c:catAx>
        <c:axId val="6800844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68008540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H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/>
      </a:pPr>
      <a:endParaRPr lang="en-CH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6160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39ca6226cd_2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g339ca6226cd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9ca6226cd_2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g339ca6226cd_2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9721F-F293-230B-C87E-80F79646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7EDD24-8595-02B5-3584-FA5744B3C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7DC1BA-DB24-C15D-4AF4-380760F165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en-US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087A1D-CCB3-2215-F60A-814CD16CAE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653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97492-4875-88A6-6447-2B08C16C8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87346-1EFD-7210-B6BE-A65EA2E52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236DA-0E53-3A5D-31E7-297BBB432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EEF98-C837-4E6F-067C-98B38E8BE9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42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05EF5-11AD-C616-4009-C53390471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89D64-1D24-9AAF-90F4-15BE3E7BC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03F0C8-FFC9-C80D-2EA8-3FAFFB4B02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313D2-3BC1-27B9-1C16-B13B567A4B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826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17210-2C3B-DC01-4E0B-9BF6634A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EAAF23-1D32-1A52-E5ED-A5DC25196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60304A-E7E6-5AFA-72CC-B7C554226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8015F-0EBA-1F27-15DD-C4B1E1F875F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9842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9934D-1665-3812-0C89-E86C25CA8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2F0DDE-107C-2913-300C-6DBD98FCA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3D06B-DE7A-66FD-0E7C-E8E1C61D1A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A9370F-B76A-8B12-AB2E-B56A2009F6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43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D0AB8-A813-9973-2A00-A80073CEF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DFDB0F-1A0D-CCA4-B81B-44A1AF0D4B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9CD9BA-03ED-B8E1-0CDA-36992ABF4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E9312-D92D-870D-82DC-89690A8489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91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B688C-F989-31D6-A24A-18AF761BB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7D431-5D5C-54EA-E242-FEE3D3CE1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3A4AEB-E495-59D9-7AB6-123FA967E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69537A-6FDD-5D7D-47BD-1B98293DC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1598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CC9AC-1665-6586-D161-5810952B0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AB398C-92DF-1FCC-477B-950A08752F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A72E7A-8243-BE35-ED57-9381FA83E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F9159-3FC7-1928-8AC7-EFD5CEB5AD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082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98BC8-4458-20FB-AD5D-5C151B79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8F2F6-4A4E-890A-1F2B-D622DD8F3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5E0E1-F746-380B-8747-2FD9E4FF52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E9FEEC-9FF2-1203-3300-74287C2EE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610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F192FC1B-B3A0-78B7-C079-3AD8A4EDAFEE}"/>
              </a:ext>
            </a:extLst>
          </p:cNvPr>
          <p:cNvGrpSpPr/>
          <p:nvPr userDrawn="1"/>
        </p:nvGrpSpPr>
        <p:grpSpPr>
          <a:xfrm>
            <a:off x="3646926" y="326411"/>
            <a:ext cx="3163606" cy="684183"/>
            <a:chOff x="3645356" y="188193"/>
            <a:chExt cx="5677387" cy="1227805"/>
          </a:xfrm>
        </p:grpSpPr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DFDC3554-F5A8-F2B0-CDD0-9503A1DE3A0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3449E88C-0CCF-054C-1626-D1593E596CF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43" name="Isosceles Triangle 42">
            <a:extLst>
              <a:ext uri="{FF2B5EF4-FFF2-40B4-BE49-F238E27FC236}">
                <a16:creationId xmlns:a16="http://schemas.microsoft.com/office/drawing/2014/main" id="{8D234E9D-C054-5674-1BA3-6CDBCAEC8DE6}"/>
              </a:ext>
            </a:extLst>
          </p:cNvPr>
          <p:cNvSpPr/>
          <p:nvPr userDrawn="1"/>
        </p:nvSpPr>
        <p:spPr>
          <a:xfrm>
            <a:off x="11307461" y="3306354"/>
            <a:ext cx="6980539" cy="6980646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57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E74E66C-D0DE-D973-3A0F-2E71084138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2233" y="424423"/>
            <a:ext cx="2651746" cy="441964"/>
          </a:xfrm>
          <a:prstGeom prst="rect">
            <a:avLst/>
          </a:prstGeom>
        </p:spPr>
      </p:pic>
      <p:sp>
        <p:nvSpPr>
          <p:cNvPr id="30" name="Subtitle 2">
            <a:extLst>
              <a:ext uri="{FF2B5EF4-FFF2-40B4-BE49-F238E27FC236}">
                <a16:creationId xmlns:a16="http://schemas.microsoft.com/office/drawing/2014/main" id="{D93D6F44-AA10-891D-BF7D-311C32BF0F90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572231" y="4673562"/>
            <a:ext cx="9143613" cy="571485"/>
          </a:xfrm>
        </p:spPr>
        <p:txBody>
          <a:bodyPr lIns="0" tIns="0" rIns="0" bIns="0" anchor="b"/>
          <a:lstStyle>
            <a:lvl1pPr marL="0" indent="0" algn="l">
              <a:buNone/>
              <a:defRPr sz="3810" b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685769" indent="0" algn="ctr">
              <a:buNone/>
              <a:defRPr sz="3000"/>
            </a:lvl2pPr>
            <a:lvl3pPr marL="1371541" indent="0" algn="ctr">
              <a:buNone/>
              <a:defRPr sz="2700"/>
            </a:lvl3pPr>
            <a:lvl4pPr marL="2057310" indent="0" algn="ctr">
              <a:buNone/>
              <a:defRPr sz="2400"/>
            </a:lvl4pPr>
            <a:lvl5pPr marL="2743080" indent="0" algn="ctr">
              <a:buNone/>
              <a:defRPr sz="2400"/>
            </a:lvl5pPr>
            <a:lvl6pPr marL="3428849" indent="0" algn="ctr">
              <a:buNone/>
              <a:defRPr sz="2400"/>
            </a:lvl6pPr>
            <a:lvl7pPr marL="4114620" indent="0" algn="ctr">
              <a:buNone/>
              <a:defRPr sz="2400"/>
            </a:lvl7pPr>
            <a:lvl8pPr marL="4800390" indent="0" algn="ctr">
              <a:buNone/>
              <a:defRPr sz="2400"/>
            </a:lvl8pPr>
            <a:lvl9pPr marL="5486159" indent="0" algn="ctr">
              <a:buNone/>
              <a:defRPr sz="2400"/>
            </a:lvl9pPr>
          </a:lstStyle>
          <a:p>
            <a:r>
              <a:rPr lang="zh-CN" altLang="en-US" noProof="0"/>
              <a:t>单击此处编辑母版副标题样式</a:t>
            </a:r>
            <a:endParaRPr lang="en-US" noProof="0"/>
          </a:p>
        </p:txBody>
      </p:sp>
      <p:sp>
        <p:nvSpPr>
          <p:cNvPr id="31" name="Title 8">
            <a:extLst>
              <a:ext uri="{FF2B5EF4-FFF2-40B4-BE49-F238E27FC236}">
                <a16:creationId xmlns:a16="http://schemas.microsoft.com/office/drawing/2014/main" id="{5D78059F-19FB-CAFA-4937-958597D5C90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72228" y="2782225"/>
            <a:ext cx="16001322" cy="1714454"/>
          </a:xfrm>
        </p:spPr>
        <p:txBody>
          <a:bodyPr anchor="t"/>
          <a:lstStyle>
            <a:lvl1pPr>
              <a:defRPr sz="5715" b="0">
                <a:solidFill>
                  <a:schemeClr val="accent3"/>
                </a:solidFill>
                <a:latin typeface="+mj-lt"/>
                <a:ea typeface="Roboto Condensed" panose="02000000000000000000" pitchFamily="2" charset="0"/>
              </a:defRPr>
            </a:lvl1pPr>
          </a:lstStyle>
          <a:p>
            <a:r>
              <a:rPr lang="en-US" noProof="0"/>
              <a:t>Click to edit Master title style (in case you have a</a:t>
            </a:r>
            <a:br>
              <a:rPr lang="en-US" noProof="0"/>
            </a:br>
            <a:r>
              <a:rPr lang="en-US" noProof="0"/>
              <a:t>very very long title it can also span multiple lines)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68568A-23B5-DA36-6C0D-2408AF9BED45}"/>
              </a:ext>
            </a:extLst>
          </p:cNvPr>
          <p:cNvSpPr/>
          <p:nvPr userDrawn="1"/>
        </p:nvSpPr>
        <p:spPr>
          <a:xfrm rot="2700000">
            <a:off x="14923625" y="5228436"/>
            <a:ext cx="2426163" cy="2426126"/>
          </a:xfrm>
          <a:prstGeom prst="roundRect">
            <a:avLst>
              <a:gd name="adj" fmla="val 4159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57" noProof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E5778BE-53D9-EBE2-E1E3-9486D873D633}"/>
              </a:ext>
            </a:extLst>
          </p:cNvPr>
          <p:cNvSpPr/>
          <p:nvPr userDrawn="1"/>
        </p:nvSpPr>
        <p:spPr>
          <a:xfrm rot="2700000">
            <a:off x="14209766" y="5782990"/>
            <a:ext cx="1292660" cy="1325206"/>
          </a:xfrm>
          <a:prstGeom prst="roundRect">
            <a:avLst>
              <a:gd name="adj" fmla="val 838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57" noProof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D34F58EB-B7F2-49D6-1DDD-84753A25C0D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42680" y="4869909"/>
            <a:ext cx="3673089" cy="3152109"/>
          </a:xfrm>
          <a:prstGeom prst="rect">
            <a:avLst/>
          </a:prstGeom>
          <a:ln w="66675">
            <a:noFill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3722F6A-3AA4-BFC3-F572-3A7E83CD6F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91780" y="9007832"/>
            <a:ext cx="520540" cy="446710"/>
          </a:xfrm>
          <a:prstGeom prst="rect">
            <a:avLst/>
          </a:prstGeom>
        </p:spPr>
      </p:pic>
      <p:pic>
        <p:nvPicPr>
          <p:cNvPr id="22" name="Picture 21" descr="A picture containing ax, vector graphics, tool&#10;&#10;Description automatically generated">
            <a:extLst>
              <a:ext uri="{FF2B5EF4-FFF2-40B4-BE49-F238E27FC236}">
                <a16:creationId xmlns:a16="http://schemas.microsoft.com/office/drawing/2014/main" id="{4DD662A7-2596-572A-621E-FC676E54EA9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45925" y="8517933"/>
            <a:ext cx="446132" cy="367017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2FC50372-BF19-6EDB-06B0-B684360D324B}"/>
              </a:ext>
            </a:extLst>
          </p:cNvPr>
          <p:cNvPicPr>
            <a:picLocks noChangeAspect="1"/>
          </p:cNvPicPr>
          <p:nvPr userDrawn="1"/>
        </p:nvPicPr>
        <p:blipFill>
          <a:blip>
            <a:alphaModFix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7212727" y="9562096"/>
            <a:ext cx="512528" cy="354581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290F954B-C9F2-7811-FBF9-F2B6708CE96A}"/>
              </a:ext>
            </a:extLst>
          </p:cNvPr>
          <p:cNvSpPr txBox="1"/>
          <p:nvPr userDrawn="1"/>
        </p:nvSpPr>
        <p:spPr>
          <a:xfrm>
            <a:off x="13898021" y="8960433"/>
            <a:ext cx="3314706" cy="458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38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pulp-platform.org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E24402-6167-3DAC-15F7-96A8C18DA6C3}"/>
              </a:ext>
            </a:extLst>
          </p:cNvPr>
          <p:cNvSpPr txBox="1"/>
          <p:nvPr userDrawn="1"/>
        </p:nvSpPr>
        <p:spPr>
          <a:xfrm>
            <a:off x="14720273" y="8467839"/>
            <a:ext cx="2492454" cy="458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38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@pulp_platform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70316D-DDCE-8E08-F033-57AFE61CA03C}"/>
              </a:ext>
            </a:extLst>
          </p:cNvPr>
          <p:cNvSpPr txBox="1"/>
          <p:nvPr userDrawn="1"/>
        </p:nvSpPr>
        <p:spPr>
          <a:xfrm>
            <a:off x="13147763" y="9453026"/>
            <a:ext cx="4064964" cy="458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381" b="0" i="0" u="none" noProof="0">
                <a:solidFill>
                  <a:schemeClr val="bg2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youtube.com/pulp_platform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C09BED-6F4B-D060-60EF-CB1FD4E4F544}"/>
              </a:ext>
            </a:extLst>
          </p:cNvPr>
          <p:cNvSpPr txBox="1"/>
          <p:nvPr userDrawn="1"/>
        </p:nvSpPr>
        <p:spPr>
          <a:xfrm>
            <a:off x="572231" y="8824115"/>
            <a:ext cx="9077110" cy="1078228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marL="0" marR="0" lvl="0" indent="0" algn="l" defTabSz="114292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57" b="1" i="0" noProof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PULP Platform</a:t>
            </a:r>
            <a:br>
              <a:rPr lang="en-US" sz="2857" b="0" i="0" noProof="0">
                <a:solidFill>
                  <a:schemeClr val="tx1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</a:br>
            <a:r>
              <a:rPr lang="en-US" sz="2857" b="0" i="0" noProof="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rPr>
              <a:t>Open Source Hardware, the way it should be!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1C72157-447E-AAA3-80DA-9A3928C6C6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2231" y="5827325"/>
            <a:ext cx="9143613" cy="2570833"/>
          </a:xfrm>
        </p:spPr>
        <p:txBody>
          <a:bodyPr/>
          <a:lstStyle>
            <a:lvl1pPr marL="0" indent="0">
              <a:buNone/>
              <a:defRPr sz="3175" b="0">
                <a:solidFill>
                  <a:schemeClr val="accent3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en-US" b="1" noProof="0">
                <a:latin typeface="+mj-lt"/>
              </a:rPr>
              <a:t>Author Name 1    </a:t>
            </a:r>
            <a:r>
              <a:rPr lang="en-US" noProof="0">
                <a:solidFill>
                  <a:schemeClr val="tx1"/>
                </a:solidFill>
              </a:rPr>
              <a:t>mail1@iis.ee.ethz.ch</a:t>
            </a:r>
            <a:br>
              <a:rPr lang="en-US" noProof="0">
                <a:solidFill>
                  <a:schemeClr val="tx1"/>
                </a:solidFill>
              </a:rPr>
            </a:br>
            <a:r>
              <a:rPr lang="en-US" b="1" noProof="0">
                <a:latin typeface="+mj-lt"/>
              </a:rPr>
              <a:t>Author Name 2    </a:t>
            </a:r>
            <a:r>
              <a:rPr lang="en-US" noProof="0">
                <a:solidFill>
                  <a:schemeClr val="tx1"/>
                </a:solidFill>
              </a:rPr>
              <a:t>mail2@iis.ee.ethz.ch</a:t>
            </a:r>
            <a:br>
              <a:rPr lang="en-US" b="1" noProof="0">
                <a:latin typeface="+mj-lt"/>
              </a:rPr>
            </a:br>
            <a:r>
              <a:rPr lang="en-US" b="1" noProof="0">
                <a:latin typeface="+mj-lt"/>
              </a:rPr>
              <a:t>Author Name 3    </a:t>
            </a:r>
            <a:r>
              <a:rPr lang="en-US" noProof="0">
                <a:solidFill>
                  <a:schemeClr val="tx1"/>
                </a:solidFill>
              </a:rPr>
              <a:t>mail3@unibo.it</a:t>
            </a:r>
            <a:br>
              <a:rPr lang="en-US" b="1" noProof="0">
                <a:latin typeface="+mj-lt"/>
              </a:rPr>
            </a:br>
            <a:r>
              <a:rPr lang="en-US" b="1" noProof="0">
                <a:latin typeface="+mj-lt"/>
              </a:rPr>
              <a:t>Author Name 4    </a:t>
            </a:r>
            <a:r>
              <a:rPr lang="en-US" noProof="0">
                <a:solidFill>
                  <a:schemeClr val="tx1"/>
                </a:solidFill>
              </a:rPr>
              <a:t>mail4@unibo.it</a:t>
            </a:r>
            <a:endParaRPr lang="en-US" b="1" noProof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1687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751" y="1485860"/>
            <a:ext cx="16001327" cy="8286526"/>
          </a:xfrm>
        </p:spPr>
        <p:txBody>
          <a:bodyPr lIns="0"/>
          <a:lstStyle>
            <a:lvl1pPr marL="457178" indent="-457178">
              <a:buClrTx/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 marL="800050" indent="-342885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1142928" indent="-342885">
              <a:buClrTx/>
              <a:buFont typeface="Arial" panose="020B0604020202020204" pitchFamily="34" charset="0"/>
              <a:buChar char="•"/>
              <a:defRPr sz="2857">
                <a:solidFill>
                  <a:schemeClr val="tx1"/>
                </a:solidFill>
              </a:defRPr>
            </a:lvl3pPr>
            <a:lvl4pPr marL="1485806" indent="-342885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1828685" indent="-342885">
              <a:buClrTx/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287C1C-F0E1-9B48-6BC9-7FFF56ADE91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20">
            <a:extLst>
              <a:ext uri="{FF2B5EF4-FFF2-40B4-BE49-F238E27FC236}">
                <a16:creationId xmlns:a16="http://schemas.microsoft.com/office/drawing/2014/main" id="{3C6AE563-2DDD-FC3B-AF10-4CC8D7AFD6A1}"/>
              </a:ext>
            </a:extLst>
          </p:cNvPr>
          <p:cNvSpPr/>
          <p:nvPr userDrawn="1"/>
        </p:nvSpPr>
        <p:spPr>
          <a:xfrm>
            <a:off x="10686406" y="9831765"/>
            <a:ext cx="6391919" cy="3694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r">
              <a:lnSpc>
                <a:spcPct val="145000"/>
              </a:lnSpc>
              <a:buNone/>
            </a:pPr>
            <a:r>
              <a:rPr lang="en-US" sz="1800" kern="0" spc="54" dirty="0">
                <a:solidFill>
                  <a:srgbClr val="767676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Haoze Gao · gaohao@student.ethz.ch · June 2026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597970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750" y="1485860"/>
            <a:ext cx="8000661" cy="8286526"/>
          </a:xfrm>
        </p:spPr>
        <p:txBody>
          <a:bodyPr lIns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75416" y="1485860"/>
            <a:ext cx="8000661" cy="8286526"/>
          </a:xfrm>
        </p:spPr>
        <p:txBody>
          <a:bodyPr lIns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EADA4-720D-7361-338C-106924EF74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F2BB0D6E-320E-8254-BA33-8915B066494B}"/>
              </a:ext>
            </a:extLst>
          </p:cNvPr>
          <p:cNvSpPr txBox="1">
            <a:spLocks/>
          </p:cNvSpPr>
          <p:nvPr userDrawn="1"/>
        </p:nvSpPr>
        <p:spPr>
          <a:xfrm>
            <a:off x="4697071" y="9729018"/>
            <a:ext cx="10858040" cy="457188"/>
          </a:xfrm>
          <a:prstGeom prst="rect">
            <a:avLst/>
          </a:prstGeom>
        </p:spPr>
        <p:txBody>
          <a:bodyPr vert="horz" lIns="145155" tIns="72577" rIns="145155" bIns="72577" rtlCol="0" anchor="b"/>
          <a:lstStyle>
            <a:defPPr>
              <a:defRPr lang="en-US"/>
            </a:defPPr>
            <a:lvl1pPr marL="0" algn="r" defTabSz="457200" rtl="0" eaLnBrk="1" latinLnBrk="0" hangingPunct="1">
              <a:defRPr sz="1300" kern="120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DE" altLang="zh-CN" sz="2064" dirty="0"/>
              <a:t>Haoze Gao | 02.06.2026</a:t>
            </a:r>
          </a:p>
        </p:txBody>
      </p:sp>
    </p:spTree>
    <p:extLst>
      <p:ext uri="{BB962C8B-B14F-4D97-AF65-F5344CB8AC3E}">
        <p14:creationId xmlns:p14="http://schemas.microsoft.com/office/powerpoint/2010/main" val="223665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-Thi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9513" y="1485860"/>
            <a:ext cx="10286564" cy="828652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755" y="1485860"/>
            <a:ext cx="5714758" cy="828652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C55C4-9751-FC37-00B6-D3B10C1817F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40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ck-Th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755" y="1485860"/>
            <a:ext cx="10286564" cy="828652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68EB7E14-95DC-BD46-A92B-290E248FFCB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61319" y="1485860"/>
            <a:ext cx="5714758" cy="8286526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ADBFD-8297-D7FA-8C82-37223A28A9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41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lus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71930-E256-A84E-8AC4-067EFE37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4A658AA-5F13-9145-AA9C-7217BB8AFC6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755" y="1485860"/>
            <a:ext cx="16001322" cy="4000392"/>
          </a:xfrm>
          <a:effectLst/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DBBDF1A2-5CF8-E945-BD80-7B75AF0E1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755" y="5490776"/>
            <a:ext cx="8000661" cy="4286134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9" name="Content Placeholder 6">
            <a:extLst>
              <a:ext uri="{FF2B5EF4-FFF2-40B4-BE49-F238E27FC236}">
                <a16:creationId xmlns:a16="http://schemas.microsoft.com/office/drawing/2014/main" id="{D52D67F4-7CD9-7D48-9F3C-897EB7BBCA2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8475416" y="5490776"/>
            <a:ext cx="8000661" cy="4286134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01DA4-BFA2-822A-E2BF-DBC2248BD71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/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46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by-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89087" y="1485860"/>
            <a:ext cx="5143282" cy="8000784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749"/>
              </a:spcBef>
              <a:defRPr sz="3000"/>
            </a:lvl1pPr>
            <a:lvl2pPr>
              <a:lnSpc>
                <a:spcPct val="100000"/>
              </a:lnSpc>
              <a:spcBef>
                <a:spcPts val="600"/>
              </a:spcBef>
              <a:defRPr sz="2700"/>
            </a:lvl2pPr>
            <a:lvl3pPr>
              <a:lnSpc>
                <a:spcPct val="100000"/>
              </a:lnSpc>
              <a:spcBef>
                <a:spcPts val="600"/>
              </a:spcBef>
              <a:defRPr sz="2400"/>
            </a:lvl3pPr>
            <a:lvl4pPr marL="1616799" indent="-266688">
              <a:lnSpc>
                <a:spcPct val="100000"/>
              </a:lnSpc>
              <a:spcBef>
                <a:spcPts val="600"/>
              </a:spcBef>
              <a:defRPr sz="2100"/>
            </a:lvl4pPr>
            <a:lvl5pPr>
              <a:defRPr sz="21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918113" y="1485860"/>
            <a:ext cx="5143282" cy="8000784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749"/>
              </a:spcBef>
              <a:defRPr sz="3000"/>
            </a:lvl1pPr>
            <a:lvl2pPr>
              <a:lnSpc>
                <a:spcPct val="100000"/>
              </a:lnSpc>
              <a:spcBef>
                <a:spcPts val="600"/>
              </a:spcBef>
              <a:defRPr sz="2700"/>
            </a:lvl2pPr>
            <a:lvl3pPr>
              <a:lnSpc>
                <a:spcPct val="100000"/>
              </a:lnSpc>
              <a:spcBef>
                <a:spcPts val="600"/>
              </a:spcBef>
              <a:defRPr sz="2400"/>
            </a:lvl3pPr>
            <a:lvl4pPr marL="1616799" indent="-266688">
              <a:lnSpc>
                <a:spcPct val="100000"/>
              </a:lnSpc>
              <a:spcBef>
                <a:spcPts val="600"/>
              </a:spcBef>
              <a:defRPr sz="2100"/>
            </a:lvl4pPr>
            <a:lvl5pPr>
              <a:defRPr sz="21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C466C897-17D8-464D-80AC-5BEDA0432F94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11347133" y="1485860"/>
            <a:ext cx="5143282" cy="8000784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749"/>
              </a:spcBef>
              <a:defRPr sz="3000"/>
            </a:lvl1pPr>
            <a:lvl2pPr>
              <a:lnSpc>
                <a:spcPct val="100000"/>
              </a:lnSpc>
              <a:spcBef>
                <a:spcPts val="600"/>
              </a:spcBef>
              <a:defRPr sz="2700"/>
            </a:lvl2pPr>
            <a:lvl3pPr>
              <a:lnSpc>
                <a:spcPct val="100000"/>
              </a:lnSpc>
              <a:spcBef>
                <a:spcPts val="600"/>
              </a:spcBef>
              <a:defRPr sz="2400"/>
            </a:lvl3pPr>
            <a:lvl4pPr marL="1616799" indent="-266688">
              <a:lnSpc>
                <a:spcPct val="100000"/>
              </a:lnSpc>
              <a:spcBef>
                <a:spcPts val="600"/>
              </a:spcBef>
              <a:defRPr sz="2100"/>
            </a:lvl4pPr>
            <a:lvl5pPr>
              <a:defRPr sz="21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3B2C5F9-4358-A05F-BE1B-DC3232E3A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30934-A358-D4CE-05CE-858B26903D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2214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81526" y="1485860"/>
            <a:ext cx="800066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749"/>
              </a:spcBef>
              <a:defRPr sz="3000"/>
            </a:lvl1pPr>
            <a:lvl2pPr>
              <a:lnSpc>
                <a:spcPct val="100000"/>
              </a:lnSpc>
              <a:spcBef>
                <a:spcPts val="600"/>
              </a:spcBef>
              <a:defRPr sz="2700"/>
            </a:lvl2pPr>
            <a:lvl3pPr>
              <a:lnSpc>
                <a:spcPct val="100000"/>
              </a:lnSpc>
              <a:spcBef>
                <a:spcPts val="600"/>
              </a:spcBef>
              <a:defRPr sz="2400"/>
            </a:lvl3pPr>
            <a:lvl4pPr marL="1616799" indent="-266688">
              <a:lnSpc>
                <a:spcPct val="100000"/>
              </a:lnSpc>
              <a:spcBef>
                <a:spcPts val="600"/>
              </a:spcBef>
              <a:defRPr sz="2100"/>
            </a:lvl4pPr>
            <a:lvl5pPr>
              <a:defRPr sz="21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7EFD657C-081B-244B-977B-C089FB58A1D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82193" y="1485860"/>
            <a:ext cx="800066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749"/>
              </a:spcBef>
              <a:defRPr sz="3000"/>
            </a:lvl1pPr>
            <a:lvl2pPr>
              <a:lnSpc>
                <a:spcPct val="100000"/>
              </a:lnSpc>
              <a:spcBef>
                <a:spcPts val="600"/>
              </a:spcBef>
              <a:defRPr sz="2700"/>
            </a:lvl2pPr>
            <a:lvl3pPr>
              <a:lnSpc>
                <a:spcPct val="100000"/>
              </a:lnSpc>
              <a:spcBef>
                <a:spcPts val="600"/>
              </a:spcBef>
              <a:defRPr sz="2400"/>
            </a:lvl3pPr>
            <a:lvl4pPr marL="1616799" indent="-266688">
              <a:lnSpc>
                <a:spcPct val="100000"/>
              </a:lnSpc>
              <a:spcBef>
                <a:spcPts val="600"/>
              </a:spcBef>
              <a:defRPr sz="2100"/>
            </a:lvl4pPr>
            <a:lvl5pPr>
              <a:defRPr sz="21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11" name="Inhaltsplatzhalter 2">
            <a:extLst>
              <a:ext uri="{FF2B5EF4-FFF2-40B4-BE49-F238E27FC236}">
                <a16:creationId xmlns:a16="http://schemas.microsoft.com/office/drawing/2014/main" id="{A7A6DD52-705F-8C4E-BFBD-BE67BF0FB65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81526" y="5486252"/>
            <a:ext cx="800066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749"/>
              </a:spcBef>
              <a:defRPr sz="3000"/>
            </a:lvl1pPr>
            <a:lvl2pPr>
              <a:lnSpc>
                <a:spcPct val="100000"/>
              </a:lnSpc>
              <a:spcBef>
                <a:spcPts val="600"/>
              </a:spcBef>
              <a:defRPr sz="2700"/>
            </a:lvl2pPr>
            <a:lvl3pPr>
              <a:lnSpc>
                <a:spcPct val="100000"/>
              </a:lnSpc>
              <a:spcBef>
                <a:spcPts val="600"/>
              </a:spcBef>
              <a:defRPr sz="2400"/>
            </a:lvl3pPr>
            <a:lvl4pPr marL="1616799" indent="-266688">
              <a:lnSpc>
                <a:spcPct val="100000"/>
              </a:lnSpc>
              <a:spcBef>
                <a:spcPts val="600"/>
              </a:spcBef>
              <a:defRPr sz="2100"/>
            </a:lvl4pPr>
            <a:lvl5pPr>
              <a:defRPr sz="21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A3ED5591-6176-CF4B-A32B-DDE9257B1FB2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8482193" y="5486252"/>
            <a:ext cx="8000661" cy="4000392"/>
          </a:xfrm>
        </p:spPr>
        <p:txBody>
          <a:bodyPr lIns="140400" rIns="0"/>
          <a:lstStyle>
            <a:lvl1pPr>
              <a:lnSpc>
                <a:spcPct val="100000"/>
              </a:lnSpc>
              <a:spcBef>
                <a:spcPts val="749"/>
              </a:spcBef>
              <a:defRPr sz="3000"/>
            </a:lvl1pPr>
            <a:lvl2pPr>
              <a:lnSpc>
                <a:spcPct val="100000"/>
              </a:lnSpc>
              <a:spcBef>
                <a:spcPts val="600"/>
              </a:spcBef>
              <a:defRPr sz="2700"/>
            </a:lvl2pPr>
            <a:lvl3pPr>
              <a:lnSpc>
                <a:spcPct val="100000"/>
              </a:lnSpc>
              <a:spcBef>
                <a:spcPts val="600"/>
              </a:spcBef>
              <a:defRPr sz="2400"/>
            </a:lvl3pPr>
            <a:lvl4pPr marL="1616799" indent="-266688">
              <a:lnSpc>
                <a:spcPct val="100000"/>
              </a:lnSpc>
              <a:spcBef>
                <a:spcPts val="600"/>
              </a:spcBef>
              <a:defRPr sz="2100"/>
            </a:lvl4pPr>
            <a:lvl5pPr>
              <a:defRPr sz="21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2C3703-F424-8B60-F39C-21AD97BE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DD1A2-6488-61E8-64DC-5E07F8B192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8926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198AFC-21DE-CE33-4051-59D40FE7A6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970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B950E2-5B08-DE4D-85C1-073281664B68}"/>
              </a:ext>
            </a:extLst>
          </p:cNvPr>
          <p:cNvSpPr txBox="1"/>
          <p:nvPr userDrawn="1"/>
        </p:nvSpPr>
        <p:spPr>
          <a:xfrm>
            <a:off x="1497875" y="784465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1142928"/>
            <a:endParaRPr lang="en-US" sz="3810" b="0" i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C986D1-30CD-4299-12D8-EE049F90DC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84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o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D077E-5042-0548-869A-7270756A6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chemeClr val="accent3"/>
                </a:solidFill>
              </a:defRPr>
            </a:lvl1pPr>
          </a:lstStyle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174C9C-B987-0541-A176-A2B2DAD7ED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751" y="1485860"/>
            <a:ext cx="16001327" cy="8286526"/>
          </a:xfrm>
        </p:spPr>
        <p:txBody>
          <a:bodyPr lIns="0"/>
          <a:lstStyle>
            <a:lvl1pPr marL="457178" indent="-457178">
              <a:buClrTx/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1pPr>
            <a:lvl2pPr marL="800050" indent="-342885">
              <a:buClrTx/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 marL="1142928" indent="-342885">
              <a:buClrTx/>
              <a:buFont typeface="Arial" panose="020B0604020202020204" pitchFamily="34" charset="0"/>
              <a:buChar char="•"/>
              <a:defRPr sz="2857" b="0">
                <a:solidFill>
                  <a:schemeClr val="tx1"/>
                </a:solidFill>
              </a:defRPr>
            </a:lvl3pPr>
            <a:lvl4pPr marL="1485806" indent="-342885">
              <a:buClrTx/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4pPr>
            <a:lvl5pPr marL="1828685" indent="-342885">
              <a:buClrTx/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75374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492CF-D048-CF47-9D04-62CE98A96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1530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956A24-FE4F-CC41-AE52-8BE952BA285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9678" y="568389"/>
            <a:ext cx="16001327" cy="9429495"/>
          </a:xfrm>
        </p:spPr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EE65FE-2553-922C-9C05-7425A35329C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565392" y="9743578"/>
            <a:ext cx="10858040" cy="457188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1E03E8-F737-F054-80B2-299F72A034B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/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557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9144000" y="1"/>
            <a:ext cx="9144000" cy="10287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57" b="0" i="0" cap="none" spc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750" y="1485860"/>
            <a:ext cx="8000661" cy="8286526"/>
          </a:xfrm>
        </p:spPr>
        <p:txBody>
          <a:bodyPr lIns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16604561" y="223721"/>
            <a:ext cx="1472096" cy="126330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2857" b="0" i="0" cap="none" spc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2857" b="0" i="0" cap="none" spc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44000" y="1485860"/>
            <a:ext cx="9153115" cy="8286526"/>
          </a:xfrm>
        </p:spPr>
        <p:txBody>
          <a:bodyPr lIns="468000" tIns="252000"/>
          <a:lstStyle>
            <a:lvl1pPr marL="0" indent="0">
              <a:lnSpc>
                <a:spcPts val="1587"/>
              </a:lnSpc>
              <a:buNone/>
              <a:defRPr sz="2857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18733416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05887B-DECF-1909-0106-C271E1383F76}"/>
              </a:ext>
            </a:extLst>
          </p:cNvPr>
          <p:cNvSpPr/>
          <p:nvPr userDrawn="1"/>
        </p:nvSpPr>
        <p:spPr>
          <a:xfrm>
            <a:off x="9144000" y="1"/>
            <a:ext cx="9144000" cy="10287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57" b="0" i="0" cap="none" spc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60B9BE-1D26-7346-9AA8-506C5668F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zh-CN" altLang="en-US" noProof="0"/>
              <a:t>单击此处编辑母版标题样式</a:t>
            </a:r>
            <a:endParaRPr lang="en-US" noProof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728336-7315-434C-A2F3-4C0D9A3AA4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750" y="1485860"/>
            <a:ext cx="8000661" cy="8286526"/>
          </a:xfrm>
        </p:spPr>
        <p:txBody>
          <a:bodyPr lIns="0"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  <a:endParaRPr lang="en-US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5918503-FD68-0985-DC60-130D6429AF17}"/>
              </a:ext>
            </a:extLst>
          </p:cNvPr>
          <p:cNvGrpSpPr/>
          <p:nvPr userDrawn="1"/>
        </p:nvGrpSpPr>
        <p:grpSpPr>
          <a:xfrm>
            <a:off x="16604561" y="223721"/>
            <a:ext cx="1472096" cy="1263300"/>
            <a:chOff x="10460009" y="140930"/>
            <a:chExt cx="927344" cy="795801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1770F9B2-741C-86BF-4B24-4F75FD9B6DB8}"/>
                </a:ext>
              </a:extLst>
            </p:cNvPr>
            <p:cNvSpPr/>
            <p:nvPr userDrawn="1"/>
          </p:nvSpPr>
          <p:spPr>
            <a:xfrm rot="2700000">
              <a:off x="10475317" y="359629"/>
              <a:ext cx="358403" cy="358403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2857" b="0" i="0" cap="none" spc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A97EAC4-39EA-2FF4-B3A4-C50D63D1EA52}"/>
                </a:ext>
              </a:extLst>
            </p:cNvPr>
            <p:cNvSpPr/>
            <p:nvPr userDrawn="1"/>
          </p:nvSpPr>
          <p:spPr>
            <a:xfrm rot="2700000">
              <a:off x="10666586" y="217186"/>
              <a:ext cx="643289" cy="643289"/>
            </a:xfrm>
            <a:prstGeom prst="roundRect">
              <a:avLst>
                <a:gd name="adj" fmla="val 5238"/>
              </a:avLst>
            </a:prstGeom>
            <a:solidFill>
              <a:schemeClr val="bg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de-CH" sz="2857" b="0" i="0" cap="none" spc="0">
                <a:ln>
                  <a:noFill/>
                </a:ln>
                <a:solidFill>
                  <a:schemeClr val="bg2"/>
                </a:solidFill>
                <a:effectLst/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727814A-F32D-DC8B-CECB-BD209099B53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10460009" y="140930"/>
              <a:ext cx="927344" cy="795801"/>
            </a:xfrm>
            <a:prstGeom prst="rect">
              <a:avLst/>
            </a:prstGeom>
            <a:ln w="66675">
              <a:noFill/>
            </a:ln>
          </p:spPr>
        </p:pic>
      </p:grp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FD6D6212-ED77-0BC8-29BC-26AA6DBF805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44000" y="1485860"/>
            <a:ext cx="9153115" cy="8286526"/>
          </a:xfrm>
        </p:spPr>
        <p:txBody>
          <a:bodyPr lIns="468000" tIns="252000"/>
          <a:lstStyle>
            <a:lvl1pPr marL="0" indent="0">
              <a:lnSpc>
                <a:spcPts val="1587"/>
              </a:lnSpc>
              <a:buNone/>
              <a:defRPr sz="2857" b="0">
                <a:solidFill>
                  <a:schemeClr val="bg2"/>
                </a:solidFill>
                <a:latin typeface="Consolas" panose="020B0609020204030204" pitchFamily="49" charset="0"/>
              </a:defRPr>
            </a:lvl1pPr>
          </a:lstStyle>
          <a:p>
            <a:pPr lvl="0"/>
            <a:r>
              <a:rPr lang="en-US"/>
              <a:t>Click to edit code</a:t>
            </a:r>
          </a:p>
        </p:txBody>
      </p:sp>
    </p:spTree>
    <p:extLst>
      <p:ext uri="{BB962C8B-B14F-4D97-AF65-F5344CB8AC3E}">
        <p14:creationId xmlns:p14="http://schemas.microsoft.com/office/powerpoint/2010/main" val="170359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Whit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4499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4687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+ Q&amp;A">
    <p:bg>
      <p:bgPr>
        <a:solidFill>
          <a:srgbClr val="B4B4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A8150BE-61A2-B1E2-756A-7134BE7E136A}"/>
              </a:ext>
            </a:extLst>
          </p:cNvPr>
          <p:cNvSpPr txBox="1"/>
          <p:nvPr userDrawn="1"/>
        </p:nvSpPr>
        <p:spPr>
          <a:xfrm>
            <a:off x="3064381" y="3134410"/>
            <a:ext cx="4949852" cy="1264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620" b="0" i="0" u="none">
                <a:solidFill>
                  <a:schemeClr val="bg2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Thank you!</a:t>
            </a:r>
          </a:p>
        </p:txBody>
      </p:sp>
      <p:sp>
        <p:nvSpPr>
          <p:cNvPr id="7" name="Google Shape;1096;p28">
            <a:extLst>
              <a:ext uri="{FF2B5EF4-FFF2-40B4-BE49-F238E27FC236}">
                <a16:creationId xmlns:a16="http://schemas.microsoft.com/office/drawing/2014/main" id="{9EB57577-2B72-4910-D401-BBB6EDA09B5E}"/>
              </a:ext>
            </a:extLst>
          </p:cNvPr>
          <p:cNvSpPr/>
          <p:nvPr userDrawn="1"/>
        </p:nvSpPr>
        <p:spPr>
          <a:xfrm>
            <a:off x="10305683" y="2360218"/>
            <a:ext cx="5149937" cy="5150016"/>
          </a:xfrm>
          <a:custGeom>
            <a:avLst/>
            <a:gdLst/>
            <a:ahLst/>
            <a:cxnLst/>
            <a:rect l="l" t="t" r="r" b="b"/>
            <a:pathLst>
              <a:path w="158750" h="158750" extrusionOk="0">
                <a:moveTo>
                  <a:pt x="8255" y="0"/>
                </a:moveTo>
                <a:cubicBezTo>
                  <a:pt x="3810" y="0"/>
                  <a:pt x="0" y="3810"/>
                  <a:pt x="0" y="8255"/>
                </a:cubicBezTo>
                <a:lnTo>
                  <a:pt x="0" y="119380"/>
                </a:lnTo>
                <a:lnTo>
                  <a:pt x="31750" y="87630"/>
                </a:lnTo>
                <a:lnTo>
                  <a:pt x="111125" y="87630"/>
                </a:lnTo>
                <a:cubicBezTo>
                  <a:pt x="115570" y="87630"/>
                  <a:pt x="119380" y="83820"/>
                  <a:pt x="119380" y="79375"/>
                </a:cubicBezTo>
                <a:lnTo>
                  <a:pt x="119380" y="8255"/>
                </a:lnTo>
                <a:cubicBezTo>
                  <a:pt x="119380" y="3810"/>
                  <a:pt x="115570" y="0"/>
                  <a:pt x="111125" y="0"/>
                </a:cubicBezTo>
                <a:close/>
                <a:moveTo>
                  <a:pt x="135255" y="31750"/>
                </a:moveTo>
                <a:lnTo>
                  <a:pt x="135255" y="103505"/>
                </a:lnTo>
                <a:lnTo>
                  <a:pt x="31750" y="103505"/>
                </a:lnTo>
                <a:lnTo>
                  <a:pt x="31750" y="119380"/>
                </a:lnTo>
                <a:cubicBezTo>
                  <a:pt x="31750" y="123190"/>
                  <a:pt x="35560" y="127000"/>
                  <a:pt x="40005" y="127000"/>
                </a:cubicBezTo>
                <a:lnTo>
                  <a:pt x="127000" y="127000"/>
                </a:lnTo>
                <a:lnTo>
                  <a:pt x="158750" y="158750"/>
                </a:lnTo>
                <a:lnTo>
                  <a:pt x="158750" y="40005"/>
                </a:lnTo>
                <a:cubicBezTo>
                  <a:pt x="158750" y="35560"/>
                  <a:pt x="154940" y="31750"/>
                  <a:pt x="151130" y="31750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spcFirstLastPara="1" wrap="square" lIns="145131" tIns="145131" rIns="145131" bIns="145131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857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AD5AEE-A9BE-AED9-1997-707BCB05F17E}"/>
              </a:ext>
            </a:extLst>
          </p:cNvPr>
          <p:cNvSpPr txBox="1"/>
          <p:nvPr userDrawn="1"/>
        </p:nvSpPr>
        <p:spPr>
          <a:xfrm>
            <a:off x="11090925" y="3183269"/>
            <a:ext cx="2321101" cy="11672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985" b="1" i="0" u="none">
                <a:solidFill>
                  <a:srgbClr val="B4B4B6"/>
                </a:solidFill>
                <a:latin typeface="+mj-lt"/>
                <a:ea typeface="Roboto Condensed" panose="02000000000000000000" pitchFamily="2" charset="0"/>
                <a:cs typeface="Arial Narrow" panose="020B0604020202020204" pitchFamily="34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1194197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4"/>
          <p:cNvGrpSpPr/>
          <p:nvPr/>
        </p:nvGrpSpPr>
        <p:grpSpPr>
          <a:xfrm>
            <a:off x="3646931" y="326411"/>
            <a:ext cx="3163610" cy="684182"/>
            <a:chOff x="3645356" y="188193"/>
            <a:chExt cx="5677387" cy="1227805"/>
          </a:xfrm>
        </p:grpSpPr>
        <p:pic>
          <p:nvPicPr>
            <p:cNvPr id="66" name="Google Shape;66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25667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4"/>
            <p:cNvPicPr preferRelativeResize="0"/>
            <p:nvPr/>
          </p:nvPicPr>
          <p:blipFill rotWithShape="1">
            <a:blip r:embed="rId2" cstate="hqprint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4"/>
          <p:cNvSpPr/>
          <p:nvPr/>
        </p:nvSpPr>
        <p:spPr>
          <a:xfrm>
            <a:off x="11307475" y="3306355"/>
            <a:ext cx="6980546" cy="6980646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>
              <a:solidFill>
                <a:schemeClr val="lt2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69" name="Google Shape;69;p14"/>
          <p:cNvPicPr preferRelativeResize="0"/>
          <p:nvPr/>
        </p:nvPicPr>
        <p:blipFill rotWithShape="1">
          <a:blip r:embed="rId3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2235" y="424423"/>
            <a:ext cx="2651750" cy="44195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>
            <a:spLocks noGrp="1"/>
          </p:cNvSpPr>
          <p:nvPr>
            <p:ph type="subTitle" idx="1"/>
          </p:nvPr>
        </p:nvSpPr>
        <p:spPr>
          <a:xfrm>
            <a:off x="572233" y="4673562"/>
            <a:ext cx="9143622" cy="57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700"/>
              <a:buNone/>
              <a:defRPr sz="3800" b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/>
            </a:lvl5pPr>
            <a:lvl6pPr lvl="5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400"/>
            </a:lvl6pPr>
            <a:lvl7pPr lvl="6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400"/>
            </a:lvl7pPr>
            <a:lvl8pPr lvl="7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400"/>
            </a:lvl8pPr>
            <a:lvl9pPr lvl="8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2400"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572228" y="2782225"/>
            <a:ext cx="16001340" cy="1714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 sz="58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/>
          <p:nvPr/>
        </p:nvSpPr>
        <p:spPr>
          <a:xfrm rot="2700024">
            <a:off x="14923651" y="5228427"/>
            <a:ext cx="2426146" cy="2426146"/>
          </a:xfrm>
          <a:prstGeom prst="roundRect">
            <a:avLst>
              <a:gd name="adj" fmla="val 4159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4"/>
          <p:cNvSpPr/>
          <p:nvPr/>
        </p:nvSpPr>
        <p:spPr>
          <a:xfrm rot="2700024">
            <a:off x="14209789" y="5782985"/>
            <a:ext cx="1292650" cy="1325218"/>
          </a:xfrm>
          <a:prstGeom prst="roundRect">
            <a:avLst>
              <a:gd name="adj" fmla="val 838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4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042697" y="4869908"/>
            <a:ext cx="3673094" cy="315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5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191798" y="9007832"/>
            <a:ext cx="520540" cy="446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 descr="A picture containing ax, vector graphics, tool&#10;&#10;Description automatically generated"/>
          <p:cNvPicPr preferRelativeResize="0"/>
          <p:nvPr/>
        </p:nvPicPr>
        <p:blipFill rotWithShape="1">
          <a:blip r:embed="rId6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45944" y="8517934"/>
            <a:ext cx="446132" cy="367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/>
          <p:cNvPicPr preferRelativeResize="0"/>
          <p:nvPr/>
        </p:nvPicPr>
        <p:blipFill rotWithShape="1">
          <a:blip r:embed="rId7" cstate="hq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212746" y="9562096"/>
            <a:ext cx="512528" cy="35457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 txBox="1"/>
          <p:nvPr/>
        </p:nvSpPr>
        <p:spPr>
          <a:xfrm>
            <a:off x="13898039" y="8960434"/>
            <a:ext cx="3314710" cy="51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50" tIns="72550" rIns="145150" bIns="7255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pulp-platform.org</a:t>
            </a:r>
            <a:endParaRPr sz="2200"/>
          </a:p>
        </p:txBody>
      </p:sp>
      <p:sp>
        <p:nvSpPr>
          <p:cNvPr id="79" name="Google Shape;79;p14"/>
          <p:cNvSpPr txBox="1"/>
          <p:nvPr/>
        </p:nvSpPr>
        <p:spPr>
          <a:xfrm>
            <a:off x="14720290" y="8467840"/>
            <a:ext cx="2492456" cy="51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50" tIns="72550" rIns="145150" bIns="7255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@pulp_platform</a:t>
            </a:r>
            <a:endParaRPr sz="2200"/>
          </a:p>
        </p:txBody>
      </p:sp>
      <p:sp>
        <p:nvSpPr>
          <p:cNvPr id="80" name="Google Shape;80;p14"/>
          <p:cNvSpPr txBox="1"/>
          <p:nvPr/>
        </p:nvSpPr>
        <p:spPr>
          <a:xfrm>
            <a:off x="13147779" y="9453026"/>
            <a:ext cx="4064970" cy="51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50" tIns="72550" rIns="145150" bIns="7255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youtube.com/pulp_platform</a:t>
            </a:r>
            <a:endParaRPr sz="2200"/>
          </a:p>
        </p:txBody>
      </p:sp>
      <p:sp>
        <p:nvSpPr>
          <p:cNvPr id="81" name="Google Shape;81;p14"/>
          <p:cNvSpPr txBox="1"/>
          <p:nvPr/>
        </p:nvSpPr>
        <p:spPr>
          <a:xfrm>
            <a:off x="572230" y="8824114"/>
            <a:ext cx="9077120" cy="1078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" sz="2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PULP Platform</a:t>
            </a:r>
            <a:br>
              <a:rPr lang="e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Source Hardware, the way it should be!</a:t>
            </a:r>
            <a:endParaRPr sz="2200"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2"/>
          </p:nvPr>
        </p:nvSpPr>
        <p:spPr>
          <a:xfrm>
            <a:off x="572233" y="5827324"/>
            <a:ext cx="9143622" cy="257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914400" lvl="0" indent="-4572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SzPts val="1400"/>
              <a:buNone/>
              <a:defRPr sz="3200" b="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828800" lvl="1" indent="-622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2pPr>
            <a:lvl3pPr marL="2743200" lvl="2" indent="-622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300"/>
              <a:buChar char="•"/>
              <a:defRPr/>
            </a:lvl3pPr>
            <a:lvl4pPr marL="3657600" lvl="3" indent="-622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4pPr>
            <a:lvl5pPr marL="4572000" lvl="4" indent="-622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•"/>
              <a:defRPr/>
            </a:lvl5pPr>
            <a:lvl6pPr marL="5486400" lvl="5" indent="-635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6400800" lvl="6" indent="-635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7315200" lvl="7" indent="-635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8229600" lvl="8" indent="-635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17113568" y="9499702"/>
            <a:ext cx="1097400" cy="787200"/>
          </a:xfrm>
          <a:prstGeom prst="rect">
            <a:avLst/>
          </a:prstGeom>
        </p:spPr>
        <p:txBody>
          <a:bodyPr spcFirstLastPara="1" wrap="square" lIns="72575" tIns="36275" rIns="72575" bIns="36275" anchor="t" anchorCtr="0">
            <a:noAutofit/>
          </a:bodyPr>
          <a:lstStyle>
            <a:lvl1pPr lvl="0">
              <a:buNone/>
              <a:defRPr sz="2600">
                <a:solidFill>
                  <a:schemeClr val="accent3"/>
                </a:solidFill>
              </a:defRPr>
            </a:lvl1pPr>
            <a:lvl2pPr lvl="1">
              <a:buNone/>
              <a:defRPr sz="2600">
                <a:solidFill>
                  <a:schemeClr val="accent3"/>
                </a:solidFill>
              </a:defRPr>
            </a:lvl2pPr>
            <a:lvl3pPr lvl="2">
              <a:buNone/>
              <a:defRPr sz="2600">
                <a:solidFill>
                  <a:schemeClr val="accent3"/>
                </a:solidFill>
              </a:defRPr>
            </a:lvl3pPr>
            <a:lvl4pPr lvl="3">
              <a:buNone/>
              <a:defRPr sz="2600">
                <a:solidFill>
                  <a:schemeClr val="accent3"/>
                </a:solidFill>
              </a:defRPr>
            </a:lvl4pPr>
            <a:lvl5pPr lvl="4">
              <a:buNone/>
              <a:defRPr sz="2600">
                <a:solidFill>
                  <a:schemeClr val="accent3"/>
                </a:solidFill>
              </a:defRPr>
            </a:lvl5pPr>
            <a:lvl6pPr lvl="5">
              <a:buNone/>
              <a:defRPr sz="2600">
                <a:solidFill>
                  <a:schemeClr val="accent3"/>
                </a:solidFill>
              </a:defRPr>
            </a:lvl6pPr>
            <a:lvl7pPr lvl="6">
              <a:buNone/>
              <a:defRPr sz="2600">
                <a:solidFill>
                  <a:schemeClr val="accent3"/>
                </a:solidFill>
              </a:defRPr>
            </a:lvl7pPr>
            <a:lvl8pPr lvl="7">
              <a:buNone/>
              <a:defRPr sz="2600">
                <a:solidFill>
                  <a:schemeClr val="accent3"/>
                </a:solidFill>
              </a:defRPr>
            </a:lvl8pPr>
            <a:lvl9pPr lvl="8">
              <a:buNone/>
              <a:defRPr sz="2600">
                <a:solidFill>
                  <a:schemeClr val="accent3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337682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andard Slide">
  <p:cSld name="1_Standard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474756" y="270489"/>
            <a:ext cx="16001340" cy="9855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900"/>
              <a:buFont typeface="Calibri"/>
              <a:buNone/>
              <a:defRPr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474750" y="1485861"/>
            <a:ext cx="16001344" cy="8286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7150" rIns="0" bIns="36275" anchor="t" anchorCtr="0">
            <a:noAutofit/>
          </a:bodyPr>
          <a:lstStyle>
            <a:lvl1pPr marL="914400" lvl="0" indent="-67310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>
                <a:solidFill>
                  <a:schemeClr val="dk1"/>
                </a:solidFill>
              </a:defRPr>
            </a:lvl1pPr>
            <a:lvl2pPr marL="1828800" lvl="1" indent="-635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>
                <a:solidFill>
                  <a:schemeClr val="dk1"/>
                </a:solidFill>
              </a:defRPr>
            </a:lvl2pPr>
            <a:lvl3pPr marL="2743200" lvl="2" indent="-6223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2800">
                <a:solidFill>
                  <a:schemeClr val="dk1"/>
                </a:solidFill>
              </a:defRPr>
            </a:lvl3pPr>
            <a:lvl4pPr marL="3657600" lvl="3" indent="-571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>
                <a:solidFill>
                  <a:schemeClr val="dk1"/>
                </a:solidFill>
              </a:defRPr>
            </a:lvl4pPr>
            <a:lvl5pPr marL="4572000" lvl="4" indent="-55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>
                <a:solidFill>
                  <a:schemeClr val="dk1"/>
                </a:solidFill>
              </a:defRPr>
            </a:lvl5pPr>
            <a:lvl6pPr marL="5486400" lvl="5" indent="-635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6400800" lvl="6" indent="-635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7315200" lvl="7" indent="-635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8229600" lvl="8" indent="-635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dt" idx="10"/>
          </p:nvPr>
        </p:nvSpPr>
        <p:spPr>
          <a:xfrm>
            <a:off x="5565398" y="9743578"/>
            <a:ext cx="10858052" cy="4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ldNum" idx="12"/>
          </p:nvPr>
        </p:nvSpPr>
        <p:spPr>
          <a:xfrm>
            <a:off x="17319581" y="9742354"/>
            <a:ext cx="857214" cy="4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575" tIns="36275" rIns="72575" bIns="36275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44424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1A68F4BE-4FA3-A584-7D5F-A0B5C00AA917}"/>
              </a:ext>
            </a:extLst>
          </p:cNvPr>
          <p:cNvSpPr/>
          <p:nvPr userDrawn="1"/>
        </p:nvSpPr>
        <p:spPr>
          <a:xfrm rot="16200000">
            <a:off x="16511017" y="10"/>
            <a:ext cx="1776996" cy="1776969"/>
          </a:xfrm>
          <a:prstGeom prst="triangle">
            <a:avLst>
              <a:gd name="adj" fmla="val 100000"/>
            </a:avLst>
          </a:prstGeom>
          <a:solidFill>
            <a:srgbClr val="168638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57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4755" y="270489"/>
            <a:ext cx="16001322" cy="985574"/>
          </a:xfrm>
          <a:prstGeom prst="rect">
            <a:avLst/>
          </a:prstGeom>
          <a:noFill/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755" y="1487020"/>
            <a:ext cx="16001325" cy="8286526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/>
          <a:p>
            <a:pPr lvl="0"/>
            <a:r>
              <a:rPr lang="en-US" noProof="0"/>
              <a:t>First line of text</a:t>
            </a:r>
          </a:p>
          <a:p>
            <a:pPr lvl="1"/>
            <a:r>
              <a:rPr lang="en-US" noProof="0"/>
              <a:t>Subtitle</a:t>
            </a:r>
          </a:p>
          <a:p>
            <a:pPr lvl="2"/>
            <a:r>
              <a:rPr lang="en-US" noProof="0"/>
              <a:t>Sub-subtitle</a:t>
            </a:r>
          </a:p>
          <a:p>
            <a:pPr lvl="3"/>
            <a:r>
              <a:rPr lang="en-US" noProof="0"/>
              <a:t>This level should not be used</a:t>
            </a:r>
          </a:p>
          <a:p>
            <a:pPr lvl="4"/>
            <a:r>
              <a:rPr lang="en-US" noProof="0"/>
              <a:t>This level should not be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1254CD-0FE2-BE4E-B26C-04DE1C684BCF}"/>
              </a:ext>
            </a:extLst>
          </p:cNvPr>
          <p:cNvSpPr txBox="1"/>
          <p:nvPr userDrawn="1"/>
        </p:nvSpPr>
        <p:spPr>
          <a:xfrm>
            <a:off x="11226339" y="744316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1142928"/>
            <a:endParaRPr lang="en-US" sz="3810" b="0" i="0" noProof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3039F93-7DF2-60D6-16FF-CF97CC82260A}"/>
              </a:ext>
            </a:extLst>
          </p:cNvPr>
          <p:cNvSpPr/>
          <p:nvPr userDrawn="1"/>
        </p:nvSpPr>
        <p:spPr>
          <a:xfrm rot="2700000">
            <a:off x="16628858" y="570901"/>
            <a:ext cx="568949" cy="568941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57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9CDF760-B7EB-2325-77A0-22D2F750C836}"/>
              </a:ext>
            </a:extLst>
          </p:cNvPr>
          <p:cNvSpPr/>
          <p:nvPr userDrawn="1"/>
        </p:nvSpPr>
        <p:spPr>
          <a:xfrm rot="2700000">
            <a:off x="16932481" y="344782"/>
            <a:ext cx="1021194" cy="1021178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57" b="1" i="0" cap="none" spc="0" noProof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EA5A80-7EE5-E82F-A70F-F148FEF32070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16604561" y="223721"/>
            <a:ext cx="1472096" cy="1263300"/>
          </a:xfrm>
          <a:prstGeom prst="rect">
            <a:avLst/>
          </a:prstGeom>
          <a:ln w="66675">
            <a:noFill/>
          </a:ln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E150080-BAE7-649E-4121-028FCE97E94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74756" y="9775704"/>
            <a:ext cx="1755826" cy="292641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E131B79E-8CB6-5631-3915-CC4CDC568AD6}"/>
              </a:ext>
            </a:extLst>
          </p:cNvPr>
          <p:cNvGrpSpPr/>
          <p:nvPr userDrawn="1"/>
        </p:nvGrpSpPr>
        <p:grpSpPr>
          <a:xfrm>
            <a:off x="2437382" y="9711875"/>
            <a:ext cx="2127690" cy="460148"/>
            <a:chOff x="3645356" y="188193"/>
            <a:chExt cx="5677387" cy="1227805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FF2B1B9-AABB-9441-96A8-CE0074DD28E2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l="25668" r="25422" b="25369"/>
            <a:stretch/>
          </p:blipFill>
          <p:spPr>
            <a:xfrm>
              <a:off x="3645356" y="188193"/>
              <a:ext cx="1265256" cy="1227805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30E9E285-4AAB-8031-4F60-6404016D576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4"/>
            <a:srcRect t="80435"/>
            <a:stretch/>
          </p:blipFill>
          <p:spPr>
            <a:xfrm>
              <a:off x="5015386" y="482548"/>
              <a:ext cx="4307357" cy="535960"/>
            </a:xfrm>
            <a:prstGeom prst="rect">
              <a:avLst/>
            </a:prstGeom>
          </p:spPr>
        </p:pic>
      </p:grp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9C8C412-C6D2-5E89-86AA-4DBE57662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319561" y="9742354"/>
            <a:ext cx="857214" cy="4571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064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</a:lstStyle>
          <a:p>
            <a:fld id="{33867F2A-E750-44E7-A740-D3E09DF683A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6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</p:sldLayoutIdLst>
  <p:hf hdr="0" ftr="0" dt="0"/>
  <p:txStyles>
    <p:titleStyle>
      <a:lvl1pPr algn="l" defTabSz="1371541" rtl="0" eaLnBrk="1" latinLnBrk="0" hangingPunct="1">
        <a:lnSpc>
          <a:spcPct val="90000"/>
        </a:lnSpc>
        <a:spcBef>
          <a:spcPct val="0"/>
        </a:spcBef>
        <a:buNone/>
        <a:defRPr sz="5715" b="0" i="0" kern="1200" spc="-159" baseline="0">
          <a:ln w="15875" cmpd="sng">
            <a:noFill/>
            <a:round/>
          </a:ln>
          <a:solidFill>
            <a:schemeClr val="accent3"/>
          </a:solidFill>
          <a:latin typeface="+mj-lt"/>
          <a:ea typeface="Roboto" panose="02000000000000000000" pitchFamily="2" charset="0"/>
          <a:cs typeface="Roboto" panose="02000000000000000000" pitchFamily="2" charset="0"/>
        </a:defRPr>
      </a:lvl1pPr>
    </p:titleStyle>
    <p:bodyStyle>
      <a:lvl1pPr marL="457178" indent="-457178" algn="l" defTabSz="1142928" rtl="0" eaLnBrk="1" latinLnBrk="0" hangingPunct="1">
        <a:lnSpc>
          <a:spcPct val="100000"/>
        </a:lnSpc>
        <a:spcBef>
          <a:spcPts val="1905"/>
        </a:spcBef>
        <a:buClr>
          <a:schemeClr val="tx1"/>
        </a:buClr>
        <a:buSzPct val="90000"/>
        <a:buFont typeface="Arial" panose="020B0604020202020204" pitchFamily="34" charset="0"/>
        <a:buChar char="•"/>
        <a:defRPr sz="3810" b="1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1pPr>
      <a:lvl2pPr marL="800050" indent="-342885" algn="l" defTabSz="1142928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3175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2pPr>
      <a:lvl3pPr marL="1142928" indent="-342885" algn="l" defTabSz="1371541" rtl="0" eaLnBrk="1" latinLnBrk="0" hangingPunct="1">
        <a:lnSpc>
          <a:spcPct val="100000"/>
        </a:lnSpc>
        <a:spcBef>
          <a:spcPts val="952"/>
        </a:spcBef>
        <a:buClr>
          <a:schemeClr val="tx1"/>
        </a:buClr>
        <a:buSzPct val="90000"/>
        <a:buFont typeface="Arial" panose="020B0604020202020204" pitchFamily="34" charset="0"/>
        <a:buChar char="•"/>
        <a:defRPr sz="2857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3pPr>
      <a:lvl4pPr marL="1485806" indent="-342885" algn="l" defTabSz="1371541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905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4pPr>
      <a:lvl5pPr marL="1828685" indent="-342885" algn="l" defTabSz="1371541" rtl="0" eaLnBrk="1" latinLnBrk="0" hangingPunct="1">
        <a:lnSpc>
          <a:spcPct val="100000"/>
        </a:lnSpc>
        <a:spcBef>
          <a:spcPts val="0"/>
        </a:spcBef>
        <a:buClr>
          <a:schemeClr val="tx1"/>
        </a:buClr>
        <a:buSzPct val="90000"/>
        <a:buFont typeface="Arial" panose="020B0604020202020204" pitchFamily="34" charset="0"/>
        <a:buChar char="•"/>
        <a:defRPr sz="1746" b="0" i="0" kern="1200">
          <a:solidFill>
            <a:schemeClr val="tx1"/>
          </a:solidFill>
          <a:latin typeface="+mn-lt"/>
          <a:ea typeface="Roboto Light" panose="02000000000000000000" pitchFamily="2" charset="0"/>
          <a:cs typeface="Roboto Light" panose="02000000000000000000" pitchFamily="2" charset="0"/>
        </a:defRPr>
      </a:lvl5pPr>
      <a:lvl6pPr marL="3771735" indent="-342885" algn="l" defTabSz="137154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505" indent="-342885" algn="l" defTabSz="137154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274" indent="-342885" algn="l" defTabSz="137154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044" indent="-342885" algn="l" defTabSz="1371541" rtl="0" eaLnBrk="1" latinLnBrk="0" hangingPunct="1">
        <a:lnSpc>
          <a:spcPct val="90000"/>
        </a:lnSpc>
        <a:spcBef>
          <a:spcPts val="749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54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9" algn="l" defTabSz="137154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541" algn="l" defTabSz="137154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310" algn="l" defTabSz="137154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080" algn="l" defTabSz="137154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8849" algn="l" defTabSz="137154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620" algn="l" defTabSz="137154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390" algn="l" defTabSz="137154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159" algn="l" defTabSz="1371541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ile-ai/tilelang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>
            <a:spLocks noGrp="1"/>
          </p:cNvSpPr>
          <p:nvPr>
            <p:ph type="subTitle" idx="1"/>
          </p:nvPr>
        </p:nvSpPr>
        <p:spPr>
          <a:xfrm>
            <a:off x="572233" y="4729350"/>
            <a:ext cx="9143622" cy="57148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"/>
              <a:t>Integrated Systems Laboratory (ETH Zürich)</a:t>
            </a:r>
            <a:endParaRPr/>
          </a:p>
        </p:txBody>
      </p:sp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572232" y="2765843"/>
            <a:ext cx="16001340" cy="166138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noAutofit/>
          </a:bodyPr>
          <a:lstStyle/>
          <a:p>
            <a:r>
              <a:rPr lang="en" dirty="0"/>
              <a:t>QuantSparse 3D Biweekly 2026-06-</a:t>
            </a:r>
            <a:r>
              <a:rPr lang="en-US" dirty="0"/>
              <a:t>11</a:t>
            </a:r>
            <a:endParaRPr dirty="0"/>
          </a:p>
        </p:txBody>
      </p:sp>
      <p:sp>
        <p:nvSpPr>
          <p:cNvPr id="183" name="Google Shape;183;p32"/>
          <p:cNvSpPr txBox="1">
            <a:spLocks noGrp="1"/>
          </p:cNvSpPr>
          <p:nvPr>
            <p:ph type="body" idx="2"/>
          </p:nvPr>
        </p:nvSpPr>
        <p:spPr>
          <a:xfrm>
            <a:off x="572233" y="5905084"/>
            <a:ext cx="9143622" cy="257083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4300" rIns="0" bIns="72550" rtlCol="0" anchor="t" anchorCtr="0">
            <a:noAutofit/>
          </a:bodyPr>
          <a:lstStyle/>
          <a:p>
            <a:pPr marL="0" indent="0">
              <a:spcBef>
                <a:spcPts val="0"/>
              </a:spcBef>
            </a:pPr>
            <a:r>
              <a:rPr lang="en" b="1" dirty="0">
                <a:solidFill>
                  <a:srgbClr val="168638"/>
                </a:solidFill>
                <a:latin typeface="Calibri"/>
                <a:ea typeface="Calibri"/>
                <a:cs typeface="Calibri"/>
                <a:sym typeface="Calibri"/>
              </a:rPr>
              <a:t>Bowen Wang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bowwang@iis.ee.ethz.ch</a:t>
            </a:r>
            <a:endParaRPr lang="en" dirty="0">
              <a:solidFill>
                <a:schemeClr val="dk1"/>
              </a:solidFill>
            </a:endParaRPr>
          </a:p>
          <a:p>
            <a:pPr marL="0" indent="0">
              <a:spcBef>
                <a:spcPts val="0"/>
              </a:spcBef>
            </a:pPr>
            <a:r>
              <a:rPr lang="en" b="1" dirty="0">
                <a:solidFill>
                  <a:srgbClr val="168638"/>
                </a:solidFill>
              </a:rPr>
              <a:t>Chi Zhang      </a:t>
            </a:r>
            <a:r>
              <a:rPr lang="en" dirty="0">
                <a:solidFill>
                  <a:srgbClr val="168638"/>
                </a:solidFill>
              </a:rPr>
              <a:t>          </a:t>
            </a:r>
            <a:r>
              <a:rPr lang="en" dirty="0" err="1">
                <a:solidFill>
                  <a:srgbClr val="000000"/>
                </a:solidFill>
              </a:rPr>
              <a:t>chizhang@iis.ee.ethz.ch</a:t>
            </a:r>
            <a:br>
              <a:rPr lang="en" dirty="0">
                <a:solidFill>
                  <a:schemeClr val="dk1"/>
                </a:solidFill>
              </a:rPr>
            </a:br>
            <a:endParaRPr dirty="0">
              <a:solidFill>
                <a:schemeClr val="dk1"/>
              </a:solidFill>
            </a:endParaRPr>
          </a:p>
          <a:p>
            <a:pPr marL="0" indent="0"/>
            <a:r>
              <a:rPr lang="en" b="1" dirty="0">
                <a:latin typeface="Calibri"/>
                <a:ea typeface="Calibri"/>
                <a:cs typeface="Calibri"/>
                <a:sym typeface="Calibri"/>
              </a:rPr>
              <a:t>Luca Benini</a:t>
            </a:r>
            <a:r>
              <a:rPr lang="en" b="1" dirty="0"/>
              <a:t>             </a:t>
            </a:r>
            <a:r>
              <a:rPr lang="en" dirty="0" err="1">
                <a:solidFill>
                  <a:schemeClr val="dk1"/>
                </a:solidFill>
              </a:rPr>
              <a:t>lbenini@iis.ee.ethz.ch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84" name="Google Shape;184;p32"/>
          <p:cNvSpPr txBox="1">
            <a:spLocks noGrp="1"/>
          </p:cNvSpPr>
          <p:nvPr>
            <p:ph type="sldNum" idx="12"/>
          </p:nvPr>
        </p:nvSpPr>
        <p:spPr>
          <a:xfrm>
            <a:off x="17113568" y="9499702"/>
            <a:ext cx="1097400" cy="787200"/>
          </a:xfrm>
          <a:prstGeom prst="rect">
            <a:avLst/>
          </a:prstGeom>
        </p:spPr>
        <p:txBody>
          <a:bodyPr spcFirstLastPara="1" vert="horz" wrap="square" lIns="145150" tIns="72550" rIns="145150" bIns="7255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>
            <a:spLocks noGrp="1"/>
          </p:cNvSpPr>
          <p:nvPr>
            <p:ph type="title"/>
          </p:nvPr>
        </p:nvSpPr>
        <p:spPr>
          <a:xfrm>
            <a:off x="474756" y="270489"/>
            <a:ext cx="16001340" cy="98557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r>
              <a:rPr lang="en" dirty="0"/>
              <a:t>Agenda</a:t>
            </a:r>
            <a:endParaRPr dirty="0"/>
          </a:p>
        </p:txBody>
      </p:sp>
      <p:sp>
        <p:nvSpPr>
          <p:cNvPr id="190" name="Google Shape;190;p33"/>
          <p:cNvSpPr txBox="1">
            <a:spLocks noGrp="1"/>
          </p:cNvSpPr>
          <p:nvPr>
            <p:ph type="body" idx="1"/>
          </p:nvPr>
        </p:nvSpPr>
        <p:spPr>
          <a:xfrm>
            <a:off x="474752" y="4330895"/>
            <a:ext cx="16001344" cy="54114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4300" rIns="0" bIns="7255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sz="3200" dirty="0"/>
              <a:t>Progress Update</a:t>
            </a:r>
          </a:p>
          <a:p>
            <a:pPr lvl="1" indent="-67310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sz="2400" b="1" dirty="0"/>
              <a:t>3D System – 3D GEMV Benchmarks</a:t>
            </a:r>
          </a:p>
          <a:p>
            <a:pPr lvl="1" indent="-673100">
              <a:lnSpc>
                <a:spcPct val="150000"/>
              </a:lnSpc>
              <a:spcBef>
                <a:spcPts val="0"/>
              </a:spcBef>
              <a:buSzPts val="1700"/>
            </a:pPr>
            <a:r>
              <a:rPr lang="en" sz="2400" b="1" dirty="0" err="1"/>
              <a:t>TileLang</a:t>
            </a:r>
            <a:r>
              <a:rPr lang="en" sz="2400" b="1" dirty="0"/>
              <a:t> – </a:t>
            </a:r>
            <a:r>
              <a:rPr lang="en-GB" sz="2400" b="1" dirty="0"/>
              <a:t>Methodology</a:t>
            </a:r>
            <a:r>
              <a:rPr lang="en" sz="2400" b="1" dirty="0"/>
              <a:t> and progress update</a:t>
            </a:r>
            <a:endParaRPr lang="en" sz="2400"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sz="3200" dirty="0"/>
              <a:t>Timeline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" sz="3200" dirty="0"/>
              <a:t>Discussion</a:t>
            </a:r>
            <a:endParaRPr sz="3200" dirty="0"/>
          </a:p>
        </p:txBody>
      </p:sp>
      <p:sp>
        <p:nvSpPr>
          <p:cNvPr id="191" name="Google Shape;191;p33"/>
          <p:cNvSpPr txBox="1">
            <a:spLocks noGrp="1"/>
          </p:cNvSpPr>
          <p:nvPr>
            <p:ph type="dt" idx="10"/>
          </p:nvPr>
        </p:nvSpPr>
        <p:spPr>
          <a:xfrm>
            <a:off x="5565398" y="9743578"/>
            <a:ext cx="10858052" cy="457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5150" tIns="72550" rIns="145150" bIns="72550" anchor="b" anchorCtr="0">
            <a:noAutofit/>
          </a:bodyPr>
          <a:lstStyle/>
          <a:p>
            <a:r>
              <a:rPr lang="en"/>
              <a:t>QuantSparse 3D - Bowen Wang, Paul Scheffler</a:t>
            </a:r>
            <a:endParaRPr/>
          </a:p>
        </p:txBody>
      </p:sp>
      <p:sp>
        <p:nvSpPr>
          <p:cNvPr id="192" name="Google Shape;192;p33"/>
          <p:cNvSpPr txBox="1">
            <a:spLocks noGrp="1"/>
          </p:cNvSpPr>
          <p:nvPr>
            <p:ph type="sldNum" idx="12"/>
          </p:nvPr>
        </p:nvSpPr>
        <p:spPr>
          <a:xfrm>
            <a:off x="17319581" y="9742354"/>
            <a:ext cx="857214" cy="45718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45150" tIns="72550" rIns="145150" bIns="72550" rtlCol="0" anchor="b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pic>
        <p:nvPicPr>
          <p:cNvPr id="2" name="图片 5">
            <a:extLst>
              <a:ext uri="{FF2B5EF4-FFF2-40B4-BE49-F238E27FC236}">
                <a16:creationId xmlns:a16="http://schemas.microsoft.com/office/drawing/2014/main" id="{9FC1C4D1-DFD0-711B-F068-3F3A837693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2160" y="1811431"/>
            <a:ext cx="17143672" cy="251884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A043E-F7BA-4318-AB00-E1487AC04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9790A-2AE2-7345-4949-BAC8A4B92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57" y="166909"/>
            <a:ext cx="17360030" cy="985559"/>
          </a:xfrm>
        </p:spPr>
        <p:txBody>
          <a:bodyPr/>
          <a:lstStyle/>
          <a:p>
            <a:r>
              <a:rPr lang="en-US" altLang="zh-CN" sz="5080" dirty="0"/>
              <a:t>3D stack DRAM-on-logic</a:t>
            </a:r>
            <a:endParaRPr lang="en-CH" sz="508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E4E06-50E5-350C-6B65-4C216FC9E7A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505907" y="6137853"/>
            <a:ext cx="6840000" cy="288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300" kern="120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/>
              <a:t>24.02.2026</a:t>
            </a:r>
            <a:endParaRPr lang="en-US"/>
          </a:p>
        </p:txBody>
      </p:sp>
      <p:grpSp>
        <p:nvGrpSpPr>
          <p:cNvPr id="439" name="Group 438">
            <a:extLst>
              <a:ext uri="{FF2B5EF4-FFF2-40B4-BE49-F238E27FC236}">
                <a16:creationId xmlns:a16="http://schemas.microsoft.com/office/drawing/2014/main" id="{E28636E1-BB14-CFE3-0EAD-14583496DCE5}"/>
              </a:ext>
            </a:extLst>
          </p:cNvPr>
          <p:cNvGrpSpPr/>
          <p:nvPr/>
        </p:nvGrpSpPr>
        <p:grpSpPr>
          <a:xfrm>
            <a:off x="13083841" y="4270595"/>
            <a:ext cx="1796874" cy="2104118"/>
            <a:chOff x="5078702" y="2606040"/>
            <a:chExt cx="1131937" cy="1325485"/>
          </a:xfrm>
        </p:grpSpPr>
        <p:grpSp>
          <p:nvGrpSpPr>
            <p:cNvPr id="430" name="Group 429">
              <a:extLst>
                <a:ext uri="{FF2B5EF4-FFF2-40B4-BE49-F238E27FC236}">
                  <a16:creationId xmlns:a16="http://schemas.microsoft.com/office/drawing/2014/main" id="{5056C5E7-E8A9-95F5-1833-B1F62CDA2C93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431" name="Parallelogram 430">
                <a:extLst>
                  <a:ext uri="{FF2B5EF4-FFF2-40B4-BE49-F238E27FC236}">
                    <a16:creationId xmlns:a16="http://schemas.microsoft.com/office/drawing/2014/main" id="{310447D3-9869-DB5C-D172-A0705ACEFE12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32" name="Rectangle 431">
                <a:extLst>
                  <a:ext uri="{FF2B5EF4-FFF2-40B4-BE49-F238E27FC236}">
                    <a16:creationId xmlns:a16="http://schemas.microsoft.com/office/drawing/2014/main" id="{9A13B433-5423-D9F5-B48C-466C30505694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33" name="Parallelogram 432">
                <a:extLst>
                  <a:ext uri="{FF2B5EF4-FFF2-40B4-BE49-F238E27FC236}">
                    <a16:creationId xmlns:a16="http://schemas.microsoft.com/office/drawing/2014/main" id="{EB11679A-943D-CBF2-CF50-872010D445D6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434" name="Parallelogram 433">
              <a:extLst>
                <a:ext uri="{FF2B5EF4-FFF2-40B4-BE49-F238E27FC236}">
                  <a16:creationId xmlns:a16="http://schemas.microsoft.com/office/drawing/2014/main" id="{BF2F4DE5-6D68-E43A-CDC4-18BD02F0E3B9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35" name="Rectangle 434">
              <a:extLst>
                <a:ext uri="{FF2B5EF4-FFF2-40B4-BE49-F238E27FC236}">
                  <a16:creationId xmlns:a16="http://schemas.microsoft.com/office/drawing/2014/main" id="{94BE9483-8FFB-56D9-7DED-3839A7B63B02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440" name="Group 439">
            <a:extLst>
              <a:ext uri="{FF2B5EF4-FFF2-40B4-BE49-F238E27FC236}">
                <a16:creationId xmlns:a16="http://schemas.microsoft.com/office/drawing/2014/main" id="{F6906066-7361-3BEE-6CFB-FCF1EA7E4B13}"/>
              </a:ext>
            </a:extLst>
          </p:cNvPr>
          <p:cNvGrpSpPr/>
          <p:nvPr/>
        </p:nvGrpSpPr>
        <p:grpSpPr>
          <a:xfrm>
            <a:off x="12545946" y="4613394"/>
            <a:ext cx="1796874" cy="2104118"/>
            <a:chOff x="5078702" y="2606040"/>
            <a:chExt cx="1131937" cy="1325485"/>
          </a:xfrm>
        </p:grpSpPr>
        <p:grpSp>
          <p:nvGrpSpPr>
            <p:cNvPr id="441" name="Group 440">
              <a:extLst>
                <a:ext uri="{FF2B5EF4-FFF2-40B4-BE49-F238E27FC236}">
                  <a16:creationId xmlns:a16="http://schemas.microsoft.com/office/drawing/2014/main" id="{DF0C51E1-BB97-1A5F-F305-454F1B762A5A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444" name="Parallelogram 443">
                <a:extLst>
                  <a:ext uri="{FF2B5EF4-FFF2-40B4-BE49-F238E27FC236}">
                    <a16:creationId xmlns:a16="http://schemas.microsoft.com/office/drawing/2014/main" id="{D354B7FD-F7D2-CB92-56E0-44DF0836F044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45" name="Rectangle 444">
                <a:extLst>
                  <a:ext uri="{FF2B5EF4-FFF2-40B4-BE49-F238E27FC236}">
                    <a16:creationId xmlns:a16="http://schemas.microsoft.com/office/drawing/2014/main" id="{0BD43A43-0A07-AFD5-CFAF-BE8AFB925B11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46" name="Parallelogram 445">
                <a:extLst>
                  <a:ext uri="{FF2B5EF4-FFF2-40B4-BE49-F238E27FC236}">
                    <a16:creationId xmlns:a16="http://schemas.microsoft.com/office/drawing/2014/main" id="{0232E5DD-08A1-1BD6-8163-0CF111DF2CE8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442" name="Parallelogram 441">
              <a:extLst>
                <a:ext uri="{FF2B5EF4-FFF2-40B4-BE49-F238E27FC236}">
                  <a16:creationId xmlns:a16="http://schemas.microsoft.com/office/drawing/2014/main" id="{7CE39F5A-F2E7-5F6D-6DC7-045E7BE95663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43" name="Rectangle 442">
              <a:extLst>
                <a:ext uri="{FF2B5EF4-FFF2-40B4-BE49-F238E27FC236}">
                  <a16:creationId xmlns:a16="http://schemas.microsoft.com/office/drawing/2014/main" id="{A97DB336-2CB7-6DC6-A811-2245CF1AD503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8513CE71-9623-9EE4-3BBC-13C711A7AC7F}"/>
              </a:ext>
            </a:extLst>
          </p:cNvPr>
          <p:cNvGrpSpPr/>
          <p:nvPr/>
        </p:nvGrpSpPr>
        <p:grpSpPr>
          <a:xfrm>
            <a:off x="11990576" y="4987680"/>
            <a:ext cx="1796874" cy="2104118"/>
            <a:chOff x="5078702" y="2606040"/>
            <a:chExt cx="1131937" cy="1325485"/>
          </a:xfrm>
        </p:grpSpPr>
        <p:grpSp>
          <p:nvGrpSpPr>
            <p:cNvPr id="448" name="Group 447">
              <a:extLst>
                <a:ext uri="{FF2B5EF4-FFF2-40B4-BE49-F238E27FC236}">
                  <a16:creationId xmlns:a16="http://schemas.microsoft.com/office/drawing/2014/main" id="{6CB818F0-3766-7979-56E2-BEAA2700DC0D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451" name="Parallelogram 450">
                <a:extLst>
                  <a:ext uri="{FF2B5EF4-FFF2-40B4-BE49-F238E27FC236}">
                    <a16:creationId xmlns:a16="http://schemas.microsoft.com/office/drawing/2014/main" id="{5105D110-329F-4464-CF57-5B9CF817F295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52" name="Rectangle 451">
                <a:extLst>
                  <a:ext uri="{FF2B5EF4-FFF2-40B4-BE49-F238E27FC236}">
                    <a16:creationId xmlns:a16="http://schemas.microsoft.com/office/drawing/2014/main" id="{28D1219C-86D5-21A5-05BB-0F47006DAC46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53" name="Parallelogram 452">
                <a:extLst>
                  <a:ext uri="{FF2B5EF4-FFF2-40B4-BE49-F238E27FC236}">
                    <a16:creationId xmlns:a16="http://schemas.microsoft.com/office/drawing/2014/main" id="{750AC2E8-8D10-AC14-06ED-63FCB8F98EAE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449" name="Parallelogram 448">
              <a:extLst>
                <a:ext uri="{FF2B5EF4-FFF2-40B4-BE49-F238E27FC236}">
                  <a16:creationId xmlns:a16="http://schemas.microsoft.com/office/drawing/2014/main" id="{BB612692-F1A5-C34D-1101-FA25611D070C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50" name="Rectangle 449">
              <a:extLst>
                <a:ext uri="{FF2B5EF4-FFF2-40B4-BE49-F238E27FC236}">
                  <a16:creationId xmlns:a16="http://schemas.microsoft.com/office/drawing/2014/main" id="{2800150B-6A95-CEC5-2ABF-F2D19F24D494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75A51AE9-DABF-626B-DEC6-914A9335C0E2}"/>
              </a:ext>
            </a:extLst>
          </p:cNvPr>
          <p:cNvGrpSpPr/>
          <p:nvPr/>
        </p:nvGrpSpPr>
        <p:grpSpPr>
          <a:xfrm>
            <a:off x="11452681" y="5330478"/>
            <a:ext cx="1796874" cy="2104118"/>
            <a:chOff x="5078702" y="2606040"/>
            <a:chExt cx="1131937" cy="1325485"/>
          </a:xfrm>
        </p:grpSpPr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F28D4244-130D-81DE-5D4D-AA1242C1DE45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458" name="Parallelogram 457">
                <a:extLst>
                  <a:ext uri="{FF2B5EF4-FFF2-40B4-BE49-F238E27FC236}">
                    <a16:creationId xmlns:a16="http://schemas.microsoft.com/office/drawing/2014/main" id="{EB74FCD3-2511-51C4-1ADC-A4B4E667F61E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59" name="Rectangle 458">
                <a:extLst>
                  <a:ext uri="{FF2B5EF4-FFF2-40B4-BE49-F238E27FC236}">
                    <a16:creationId xmlns:a16="http://schemas.microsoft.com/office/drawing/2014/main" id="{72384F04-9BF8-0E39-B51B-062B424824A6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60" name="Parallelogram 459">
                <a:extLst>
                  <a:ext uri="{FF2B5EF4-FFF2-40B4-BE49-F238E27FC236}">
                    <a16:creationId xmlns:a16="http://schemas.microsoft.com/office/drawing/2014/main" id="{73031737-B55B-35F6-CEA4-41D04E374F75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456" name="Parallelogram 455">
              <a:extLst>
                <a:ext uri="{FF2B5EF4-FFF2-40B4-BE49-F238E27FC236}">
                  <a16:creationId xmlns:a16="http://schemas.microsoft.com/office/drawing/2014/main" id="{702BBDF3-544F-62E3-5D7B-859EC5F26328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57" name="Rectangle 456">
              <a:extLst>
                <a:ext uri="{FF2B5EF4-FFF2-40B4-BE49-F238E27FC236}">
                  <a16:creationId xmlns:a16="http://schemas.microsoft.com/office/drawing/2014/main" id="{2A858263-086E-203B-E6CF-12A1F415C739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8DDB54DC-9627-D60D-0B97-E843AF1B6632}"/>
              </a:ext>
            </a:extLst>
          </p:cNvPr>
          <p:cNvGrpSpPr/>
          <p:nvPr/>
        </p:nvGrpSpPr>
        <p:grpSpPr>
          <a:xfrm>
            <a:off x="14227596" y="4270595"/>
            <a:ext cx="1796874" cy="2104118"/>
            <a:chOff x="5078702" y="2606040"/>
            <a:chExt cx="1131937" cy="1325485"/>
          </a:xfrm>
        </p:grpSpPr>
        <p:grpSp>
          <p:nvGrpSpPr>
            <p:cNvPr id="462" name="Group 461">
              <a:extLst>
                <a:ext uri="{FF2B5EF4-FFF2-40B4-BE49-F238E27FC236}">
                  <a16:creationId xmlns:a16="http://schemas.microsoft.com/office/drawing/2014/main" id="{15B445A3-1C6B-0DE4-FC21-4D390307BEF4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465" name="Parallelogram 464">
                <a:extLst>
                  <a:ext uri="{FF2B5EF4-FFF2-40B4-BE49-F238E27FC236}">
                    <a16:creationId xmlns:a16="http://schemas.microsoft.com/office/drawing/2014/main" id="{4541D161-655A-F79D-BCCF-74C691AB2868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66" name="Rectangle 465">
                <a:extLst>
                  <a:ext uri="{FF2B5EF4-FFF2-40B4-BE49-F238E27FC236}">
                    <a16:creationId xmlns:a16="http://schemas.microsoft.com/office/drawing/2014/main" id="{783B1465-9FF0-834F-FBC2-A2CC4CB493E8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67" name="Parallelogram 466">
                <a:extLst>
                  <a:ext uri="{FF2B5EF4-FFF2-40B4-BE49-F238E27FC236}">
                    <a16:creationId xmlns:a16="http://schemas.microsoft.com/office/drawing/2014/main" id="{1B378F50-596C-F442-E708-B1AF8265D712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463" name="Parallelogram 462">
              <a:extLst>
                <a:ext uri="{FF2B5EF4-FFF2-40B4-BE49-F238E27FC236}">
                  <a16:creationId xmlns:a16="http://schemas.microsoft.com/office/drawing/2014/main" id="{322B3AD0-3332-121E-7FE7-A1CCAF584809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06D052EB-CDB6-C20C-90DE-18B999531838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2356CA98-60E7-AECD-57E4-5350A4734FA8}"/>
              </a:ext>
            </a:extLst>
          </p:cNvPr>
          <p:cNvGrpSpPr/>
          <p:nvPr/>
        </p:nvGrpSpPr>
        <p:grpSpPr>
          <a:xfrm>
            <a:off x="13689700" y="4613394"/>
            <a:ext cx="1796874" cy="2104118"/>
            <a:chOff x="5078702" y="2606040"/>
            <a:chExt cx="1131937" cy="1325485"/>
          </a:xfrm>
        </p:grpSpPr>
        <p:grpSp>
          <p:nvGrpSpPr>
            <p:cNvPr id="469" name="Group 468">
              <a:extLst>
                <a:ext uri="{FF2B5EF4-FFF2-40B4-BE49-F238E27FC236}">
                  <a16:creationId xmlns:a16="http://schemas.microsoft.com/office/drawing/2014/main" id="{864064E0-42B0-8171-A0F7-4156156C5A86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472" name="Parallelogram 471">
                <a:extLst>
                  <a:ext uri="{FF2B5EF4-FFF2-40B4-BE49-F238E27FC236}">
                    <a16:creationId xmlns:a16="http://schemas.microsoft.com/office/drawing/2014/main" id="{84E2C671-452B-797F-F09B-6D85BB0EF63C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73" name="Rectangle 472">
                <a:extLst>
                  <a:ext uri="{FF2B5EF4-FFF2-40B4-BE49-F238E27FC236}">
                    <a16:creationId xmlns:a16="http://schemas.microsoft.com/office/drawing/2014/main" id="{06F54A6E-6C3D-EB7D-9D9F-14C8BFC6C39B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74" name="Parallelogram 473">
                <a:extLst>
                  <a:ext uri="{FF2B5EF4-FFF2-40B4-BE49-F238E27FC236}">
                    <a16:creationId xmlns:a16="http://schemas.microsoft.com/office/drawing/2014/main" id="{2DA4E765-0E28-6F0A-BC54-DF1A18A6DC9A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470" name="Parallelogram 469">
              <a:extLst>
                <a:ext uri="{FF2B5EF4-FFF2-40B4-BE49-F238E27FC236}">
                  <a16:creationId xmlns:a16="http://schemas.microsoft.com/office/drawing/2014/main" id="{3DCB3D86-3111-DBE7-4F95-2C970DE0ACFD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A0DC9E0A-3D8A-4CC9-1CB2-89F5D217EC30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475" name="Group 474">
            <a:extLst>
              <a:ext uri="{FF2B5EF4-FFF2-40B4-BE49-F238E27FC236}">
                <a16:creationId xmlns:a16="http://schemas.microsoft.com/office/drawing/2014/main" id="{D6B823AA-7665-78A8-190F-AFCF52C9695E}"/>
              </a:ext>
            </a:extLst>
          </p:cNvPr>
          <p:cNvGrpSpPr/>
          <p:nvPr/>
        </p:nvGrpSpPr>
        <p:grpSpPr>
          <a:xfrm>
            <a:off x="13134331" y="4987680"/>
            <a:ext cx="1796874" cy="2104118"/>
            <a:chOff x="5078702" y="2606040"/>
            <a:chExt cx="1131937" cy="1325485"/>
          </a:xfrm>
        </p:grpSpPr>
        <p:grpSp>
          <p:nvGrpSpPr>
            <p:cNvPr id="476" name="Group 475">
              <a:extLst>
                <a:ext uri="{FF2B5EF4-FFF2-40B4-BE49-F238E27FC236}">
                  <a16:creationId xmlns:a16="http://schemas.microsoft.com/office/drawing/2014/main" id="{5DA57421-7239-DCDD-2AC8-1CEFF05D3F0F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479" name="Parallelogram 478">
                <a:extLst>
                  <a:ext uri="{FF2B5EF4-FFF2-40B4-BE49-F238E27FC236}">
                    <a16:creationId xmlns:a16="http://schemas.microsoft.com/office/drawing/2014/main" id="{16AB25DD-3880-D54F-425F-E933A13AEF64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80" name="Rectangle 479">
                <a:extLst>
                  <a:ext uri="{FF2B5EF4-FFF2-40B4-BE49-F238E27FC236}">
                    <a16:creationId xmlns:a16="http://schemas.microsoft.com/office/drawing/2014/main" id="{739FE06F-D3C9-4A4A-3CA0-20A4CA90C9DB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81" name="Parallelogram 480">
                <a:extLst>
                  <a:ext uri="{FF2B5EF4-FFF2-40B4-BE49-F238E27FC236}">
                    <a16:creationId xmlns:a16="http://schemas.microsoft.com/office/drawing/2014/main" id="{DD7543BC-F6ED-7868-A895-F6E99198E7EC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477" name="Parallelogram 476">
              <a:extLst>
                <a:ext uri="{FF2B5EF4-FFF2-40B4-BE49-F238E27FC236}">
                  <a16:creationId xmlns:a16="http://schemas.microsoft.com/office/drawing/2014/main" id="{5B4D7800-EA9C-6FEB-43D8-7B1F021E8BA2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78" name="Rectangle 477">
              <a:extLst>
                <a:ext uri="{FF2B5EF4-FFF2-40B4-BE49-F238E27FC236}">
                  <a16:creationId xmlns:a16="http://schemas.microsoft.com/office/drawing/2014/main" id="{93530B90-A298-1FBA-824E-BBC38014DF68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482" name="Group 481">
            <a:extLst>
              <a:ext uri="{FF2B5EF4-FFF2-40B4-BE49-F238E27FC236}">
                <a16:creationId xmlns:a16="http://schemas.microsoft.com/office/drawing/2014/main" id="{806A5C71-51AE-8101-BAD8-5CF08AF58317}"/>
              </a:ext>
            </a:extLst>
          </p:cNvPr>
          <p:cNvGrpSpPr/>
          <p:nvPr/>
        </p:nvGrpSpPr>
        <p:grpSpPr>
          <a:xfrm>
            <a:off x="12596435" y="5330478"/>
            <a:ext cx="1796874" cy="2104118"/>
            <a:chOff x="5078702" y="2606040"/>
            <a:chExt cx="1131937" cy="1325485"/>
          </a:xfrm>
        </p:grpSpPr>
        <p:grpSp>
          <p:nvGrpSpPr>
            <p:cNvPr id="483" name="Group 482">
              <a:extLst>
                <a:ext uri="{FF2B5EF4-FFF2-40B4-BE49-F238E27FC236}">
                  <a16:creationId xmlns:a16="http://schemas.microsoft.com/office/drawing/2014/main" id="{4BE85B8D-221D-C410-E0DA-27F2EAFDFCC6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486" name="Parallelogram 485">
                <a:extLst>
                  <a:ext uri="{FF2B5EF4-FFF2-40B4-BE49-F238E27FC236}">
                    <a16:creationId xmlns:a16="http://schemas.microsoft.com/office/drawing/2014/main" id="{662CE6DF-A6EC-292E-7CF8-27E815621D3B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87" name="Rectangle 486">
                <a:extLst>
                  <a:ext uri="{FF2B5EF4-FFF2-40B4-BE49-F238E27FC236}">
                    <a16:creationId xmlns:a16="http://schemas.microsoft.com/office/drawing/2014/main" id="{C7B20715-5C02-6935-D09D-85DC2E2E260C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88" name="Parallelogram 487">
                <a:extLst>
                  <a:ext uri="{FF2B5EF4-FFF2-40B4-BE49-F238E27FC236}">
                    <a16:creationId xmlns:a16="http://schemas.microsoft.com/office/drawing/2014/main" id="{3F963B68-F149-9236-A9DB-E6CECFFE88FE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484" name="Parallelogram 483">
              <a:extLst>
                <a:ext uri="{FF2B5EF4-FFF2-40B4-BE49-F238E27FC236}">
                  <a16:creationId xmlns:a16="http://schemas.microsoft.com/office/drawing/2014/main" id="{DF88D6B6-4003-87D5-539F-0A57B6D413A2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85" name="Rectangle 484">
              <a:extLst>
                <a:ext uri="{FF2B5EF4-FFF2-40B4-BE49-F238E27FC236}">
                  <a16:creationId xmlns:a16="http://schemas.microsoft.com/office/drawing/2014/main" id="{92E8CB9D-CC82-58EE-2241-67BF7EFCECBD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489" name="Group 488">
            <a:extLst>
              <a:ext uri="{FF2B5EF4-FFF2-40B4-BE49-F238E27FC236}">
                <a16:creationId xmlns:a16="http://schemas.microsoft.com/office/drawing/2014/main" id="{3B8957D7-3E85-D644-0E70-5C88F5ACC33B}"/>
              </a:ext>
            </a:extLst>
          </p:cNvPr>
          <p:cNvGrpSpPr/>
          <p:nvPr/>
        </p:nvGrpSpPr>
        <p:grpSpPr>
          <a:xfrm>
            <a:off x="15371351" y="4270595"/>
            <a:ext cx="1796874" cy="2104118"/>
            <a:chOff x="5078702" y="2606040"/>
            <a:chExt cx="1131937" cy="1325485"/>
          </a:xfrm>
        </p:grpSpPr>
        <p:grpSp>
          <p:nvGrpSpPr>
            <p:cNvPr id="490" name="Group 489">
              <a:extLst>
                <a:ext uri="{FF2B5EF4-FFF2-40B4-BE49-F238E27FC236}">
                  <a16:creationId xmlns:a16="http://schemas.microsoft.com/office/drawing/2014/main" id="{1A390927-FC25-F177-5C51-D488A6C8BFD3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493" name="Parallelogram 492">
                <a:extLst>
                  <a:ext uri="{FF2B5EF4-FFF2-40B4-BE49-F238E27FC236}">
                    <a16:creationId xmlns:a16="http://schemas.microsoft.com/office/drawing/2014/main" id="{A40C0488-5235-C66B-5EC9-70DEB8680F9C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94" name="Rectangle 493">
                <a:extLst>
                  <a:ext uri="{FF2B5EF4-FFF2-40B4-BE49-F238E27FC236}">
                    <a16:creationId xmlns:a16="http://schemas.microsoft.com/office/drawing/2014/main" id="{5947FAC7-95D0-68B8-ECC7-9D86F6DDD679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495" name="Parallelogram 494">
                <a:extLst>
                  <a:ext uri="{FF2B5EF4-FFF2-40B4-BE49-F238E27FC236}">
                    <a16:creationId xmlns:a16="http://schemas.microsoft.com/office/drawing/2014/main" id="{DBEEA487-22C8-BDAB-F50D-F1A1FE306644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491" name="Parallelogram 490">
              <a:extLst>
                <a:ext uri="{FF2B5EF4-FFF2-40B4-BE49-F238E27FC236}">
                  <a16:creationId xmlns:a16="http://schemas.microsoft.com/office/drawing/2014/main" id="{A0311A77-A72B-9FD8-C4F9-6E3050B06D03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92" name="Rectangle 491">
              <a:extLst>
                <a:ext uri="{FF2B5EF4-FFF2-40B4-BE49-F238E27FC236}">
                  <a16:creationId xmlns:a16="http://schemas.microsoft.com/office/drawing/2014/main" id="{E20850EA-1AAC-B31A-2D10-58031CBC4696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496" name="Group 495">
            <a:extLst>
              <a:ext uri="{FF2B5EF4-FFF2-40B4-BE49-F238E27FC236}">
                <a16:creationId xmlns:a16="http://schemas.microsoft.com/office/drawing/2014/main" id="{79B06B43-4227-8D1F-8FD5-1776B53EB9B0}"/>
              </a:ext>
            </a:extLst>
          </p:cNvPr>
          <p:cNvGrpSpPr/>
          <p:nvPr/>
        </p:nvGrpSpPr>
        <p:grpSpPr>
          <a:xfrm>
            <a:off x="14833455" y="4613394"/>
            <a:ext cx="1796874" cy="2104118"/>
            <a:chOff x="5078702" y="2606040"/>
            <a:chExt cx="1131937" cy="1325485"/>
          </a:xfrm>
        </p:grpSpPr>
        <p:grpSp>
          <p:nvGrpSpPr>
            <p:cNvPr id="497" name="Group 496">
              <a:extLst>
                <a:ext uri="{FF2B5EF4-FFF2-40B4-BE49-F238E27FC236}">
                  <a16:creationId xmlns:a16="http://schemas.microsoft.com/office/drawing/2014/main" id="{B5BB8148-7698-D24E-495D-990E64DE7AAF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500" name="Parallelogram 499">
                <a:extLst>
                  <a:ext uri="{FF2B5EF4-FFF2-40B4-BE49-F238E27FC236}">
                    <a16:creationId xmlns:a16="http://schemas.microsoft.com/office/drawing/2014/main" id="{F5B83C93-312A-CC42-0004-DC6A15563E24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01" name="Rectangle 500">
                <a:extLst>
                  <a:ext uri="{FF2B5EF4-FFF2-40B4-BE49-F238E27FC236}">
                    <a16:creationId xmlns:a16="http://schemas.microsoft.com/office/drawing/2014/main" id="{A643AC5E-3C73-4432-703F-6E3AD8B22CDF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02" name="Parallelogram 501">
                <a:extLst>
                  <a:ext uri="{FF2B5EF4-FFF2-40B4-BE49-F238E27FC236}">
                    <a16:creationId xmlns:a16="http://schemas.microsoft.com/office/drawing/2014/main" id="{6F30D838-6AA7-B1CD-56A5-22B1A2636AA9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498" name="Parallelogram 497">
              <a:extLst>
                <a:ext uri="{FF2B5EF4-FFF2-40B4-BE49-F238E27FC236}">
                  <a16:creationId xmlns:a16="http://schemas.microsoft.com/office/drawing/2014/main" id="{6B4FCCE0-9D8D-79BB-CFC6-D501F755ECFF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99" name="Rectangle 498">
              <a:extLst>
                <a:ext uri="{FF2B5EF4-FFF2-40B4-BE49-F238E27FC236}">
                  <a16:creationId xmlns:a16="http://schemas.microsoft.com/office/drawing/2014/main" id="{3A9F2B8A-7966-F234-BBC8-5902F7B9D502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D14B76E2-42B8-B0F9-589C-A49471290EF4}"/>
              </a:ext>
            </a:extLst>
          </p:cNvPr>
          <p:cNvGrpSpPr/>
          <p:nvPr/>
        </p:nvGrpSpPr>
        <p:grpSpPr>
          <a:xfrm>
            <a:off x="14278086" y="4987680"/>
            <a:ext cx="1796874" cy="2104118"/>
            <a:chOff x="5078702" y="2606040"/>
            <a:chExt cx="1131937" cy="1325485"/>
          </a:xfrm>
        </p:grpSpPr>
        <p:grpSp>
          <p:nvGrpSpPr>
            <p:cNvPr id="504" name="Group 503">
              <a:extLst>
                <a:ext uri="{FF2B5EF4-FFF2-40B4-BE49-F238E27FC236}">
                  <a16:creationId xmlns:a16="http://schemas.microsoft.com/office/drawing/2014/main" id="{5D13B30E-E22E-2657-2E96-639A322F3927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507" name="Parallelogram 506">
                <a:extLst>
                  <a:ext uri="{FF2B5EF4-FFF2-40B4-BE49-F238E27FC236}">
                    <a16:creationId xmlns:a16="http://schemas.microsoft.com/office/drawing/2014/main" id="{BF5498C4-9B34-5429-4D21-5148FA7D11BD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08" name="Rectangle 507">
                <a:extLst>
                  <a:ext uri="{FF2B5EF4-FFF2-40B4-BE49-F238E27FC236}">
                    <a16:creationId xmlns:a16="http://schemas.microsoft.com/office/drawing/2014/main" id="{52DAE129-4907-EDA6-454C-C713A29AB523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09" name="Parallelogram 508">
                <a:extLst>
                  <a:ext uri="{FF2B5EF4-FFF2-40B4-BE49-F238E27FC236}">
                    <a16:creationId xmlns:a16="http://schemas.microsoft.com/office/drawing/2014/main" id="{3C89D222-AFD5-47D3-A3C4-FCA2D487BB83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505" name="Parallelogram 504">
              <a:extLst>
                <a:ext uri="{FF2B5EF4-FFF2-40B4-BE49-F238E27FC236}">
                  <a16:creationId xmlns:a16="http://schemas.microsoft.com/office/drawing/2014/main" id="{05BFBF1B-DA3E-AED6-99FE-06C4F58D70AA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73204DD8-5003-D8EB-533A-9C48DDB5DE40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510" name="Group 509">
            <a:extLst>
              <a:ext uri="{FF2B5EF4-FFF2-40B4-BE49-F238E27FC236}">
                <a16:creationId xmlns:a16="http://schemas.microsoft.com/office/drawing/2014/main" id="{81EAC2EC-59C4-431A-97A5-20DB3F15B0D6}"/>
              </a:ext>
            </a:extLst>
          </p:cNvPr>
          <p:cNvGrpSpPr/>
          <p:nvPr/>
        </p:nvGrpSpPr>
        <p:grpSpPr>
          <a:xfrm>
            <a:off x="13740190" y="5330478"/>
            <a:ext cx="1796874" cy="2104118"/>
            <a:chOff x="5078702" y="2606040"/>
            <a:chExt cx="1131937" cy="1325485"/>
          </a:xfrm>
        </p:grpSpPr>
        <p:grpSp>
          <p:nvGrpSpPr>
            <p:cNvPr id="511" name="Group 510">
              <a:extLst>
                <a:ext uri="{FF2B5EF4-FFF2-40B4-BE49-F238E27FC236}">
                  <a16:creationId xmlns:a16="http://schemas.microsoft.com/office/drawing/2014/main" id="{13721A45-743E-339C-8E23-89FB77BAA72A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514" name="Parallelogram 513">
                <a:extLst>
                  <a:ext uri="{FF2B5EF4-FFF2-40B4-BE49-F238E27FC236}">
                    <a16:creationId xmlns:a16="http://schemas.microsoft.com/office/drawing/2014/main" id="{1ED8BF9C-72CB-BDEC-2300-CBD3B0D28B33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15" name="Rectangle 514">
                <a:extLst>
                  <a:ext uri="{FF2B5EF4-FFF2-40B4-BE49-F238E27FC236}">
                    <a16:creationId xmlns:a16="http://schemas.microsoft.com/office/drawing/2014/main" id="{56F087B8-4678-1A80-C110-A99EAF0BAC90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16" name="Parallelogram 515">
                <a:extLst>
                  <a:ext uri="{FF2B5EF4-FFF2-40B4-BE49-F238E27FC236}">
                    <a16:creationId xmlns:a16="http://schemas.microsoft.com/office/drawing/2014/main" id="{11605861-76E6-4455-B7C1-CEB64BC13A1F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512" name="Parallelogram 511">
              <a:extLst>
                <a:ext uri="{FF2B5EF4-FFF2-40B4-BE49-F238E27FC236}">
                  <a16:creationId xmlns:a16="http://schemas.microsoft.com/office/drawing/2014/main" id="{8182213A-FB23-B185-0FAC-8EA90998EDF5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F115ED22-4AC0-CE16-7714-78A7BC9795CA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517" name="Group 516">
            <a:extLst>
              <a:ext uri="{FF2B5EF4-FFF2-40B4-BE49-F238E27FC236}">
                <a16:creationId xmlns:a16="http://schemas.microsoft.com/office/drawing/2014/main" id="{607503E0-0BB5-57F3-A7B6-ADF31C11E2BC}"/>
              </a:ext>
            </a:extLst>
          </p:cNvPr>
          <p:cNvGrpSpPr/>
          <p:nvPr/>
        </p:nvGrpSpPr>
        <p:grpSpPr>
          <a:xfrm>
            <a:off x="16515105" y="4270595"/>
            <a:ext cx="1796874" cy="2104118"/>
            <a:chOff x="5078702" y="2606040"/>
            <a:chExt cx="1131937" cy="1325485"/>
          </a:xfrm>
        </p:grpSpPr>
        <p:grpSp>
          <p:nvGrpSpPr>
            <p:cNvPr id="518" name="Group 517">
              <a:extLst>
                <a:ext uri="{FF2B5EF4-FFF2-40B4-BE49-F238E27FC236}">
                  <a16:creationId xmlns:a16="http://schemas.microsoft.com/office/drawing/2014/main" id="{E38B8059-3726-72CB-73CD-18EB70AEBDB3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521" name="Parallelogram 520">
                <a:extLst>
                  <a:ext uri="{FF2B5EF4-FFF2-40B4-BE49-F238E27FC236}">
                    <a16:creationId xmlns:a16="http://schemas.microsoft.com/office/drawing/2014/main" id="{3DAE87B4-B206-7548-CF6C-C711626C1A28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22" name="Rectangle 521">
                <a:extLst>
                  <a:ext uri="{FF2B5EF4-FFF2-40B4-BE49-F238E27FC236}">
                    <a16:creationId xmlns:a16="http://schemas.microsoft.com/office/drawing/2014/main" id="{13DAAC4A-4B1A-FD0D-7F30-304618C00DA1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23" name="Parallelogram 522">
                <a:extLst>
                  <a:ext uri="{FF2B5EF4-FFF2-40B4-BE49-F238E27FC236}">
                    <a16:creationId xmlns:a16="http://schemas.microsoft.com/office/drawing/2014/main" id="{C825816D-0522-AEF5-0EFF-D99CE1C8F648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519" name="Parallelogram 518">
              <a:extLst>
                <a:ext uri="{FF2B5EF4-FFF2-40B4-BE49-F238E27FC236}">
                  <a16:creationId xmlns:a16="http://schemas.microsoft.com/office/drawing/2014/main" id="{311FE43B-5EAB-3B74-E796-C046ABBCC52A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520" name="Rectangle 519">
              <a:extLst>
                <a:ext uri="{FF2B5EF4-FFF2-40B4-BE49-F238E27FC236}">
                  <a16:creationId xmlns:a16="http://schemas.microsoft.com/office/drawing/2014/main" id="{BAD0D91B-1AF4-D52E-DE97-92DC7768B9C4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524" name="Group 523">
            <a:extLst>
              <a:ext uri="{FF2B5EF4-FFF2-40B4-BE49-F238E27FC236}">
                <a16:creationId xmlns:a16="http://schemas.microsoft.com/office/drawing/2014/main" id="{983B60DE-2398-F7D8-FD0E-F1BCB9005974}"/>
              </a:ext>
            </a:extLst>
          </p:cNvPr>
          <p:cNvGrpSpPr/>
          <p:nvPr/>
        </p:nvGrpSpPr>
        <p:grpSpPr>
          <a:xfrm>
            <a:off x="15977210" y="4613394"/>
            <a:ext cx="1796874" cy="2104118"/>
            <a:chOff x="5078702" y="2606040"/>
            <a:chExt cx="1131937" cy="1325485"/>
          </a:xfrm>
        </p:grpSpPr>
        <p:grpSp>
          <p:nvGrpSpPr>
            <p:cNvPr id="525" name="Group 524">
              <a:extLst>
                <a:ext uri="{FF2B5EF4-FFF2-40B4-BE49-F238E27FC236}">
                  <a16:creationId xmlns:a16="http://schemas.microsoft.com/office/drawing/2014/main" id="{837E431D-A1D0-BABB-4415-26443F27102A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528" name="Parallelogram 527">
                <a:extLst>
                  <a:ext uri="{FF2B5EF4-FFF2-40B4-BE49-F238E27FC236}">
                    <a16:creationId xmlns:a16="http://schemas.microsoft.com/office/drawing/2014/main" id="{2072CCB2-C78B-B2FF-FFA2-8EDEE1A13717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29" name="Rectangle 528">
                <a:extLst>
                  <a:ext uri="{FF2B5EF4-FFF2-40B4-BE49-F238E27FC236}">
                    <a16:creationId xmlns:a16="http://schemas.microsoft.com/office/drawing/2014/main" id="{5A9D57A1-ACDA-9C58-26BA-44526C91F15F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30" name="Parallelogram 529">
                <a:extLst>
                  <a:ext uri="{FF2B5EF4-FFF2-40B4-BE49-F238E27FC236}">
                    <a16:creationId xmlns:a16="http://schemas.microsoft.com/office/drawing/2014/main" id="{17DD0AFF-87ED-7C92-FC5A-E26D6E0F522A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526" name="Parallelogram 525">
              <a:extLst>
                <a:ext uri="{FF2B5EF4-FFF2-40B4-BE49-F238E27FC236}">
                  <a16:creationId xmlns:a16="http://schemas.microsoft.com/office/drawing/2014/main" id="{93FA37E0-C820-8892-60E7-D8A44E27517E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527" name="Rectangle 526">
              <a:extLst>
                <a:ext uri="{FF2B5EF4-FFF2-40B4-BE49-F238E27FC236}">
                  <a16:creationId xmlns:a16="http://schemas.microsoft.com/office/drawing/2014/main" id="{A5C29D60-08DA-B3A0-5FA1-66AF91C86141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531" name="Group 530">
            <a:extLst>
              <a:ext uri="{FF2B5EF4-FFF2-40B4-BE49-F238E27FC236}">
                <a16:creationId xmlns:a16="http://schemas.microsoft.com/office/drawing/2014/main" id="{AEDD3C0E-21CC-09B3-B3C7-547F24DDE8D4}"/>
              </a:ext>
            </a:extLst>
          </p:cNvPr>
          <p:cNvGrpSpPr/>
          <p:nvPr/>
        </p:nvGrpSpPr>
        <p:grpSpPr>
          <a:xfrm>
            <a:off x="15421840" y="4987680"/>
            <a:ext cx="1796874" cy="2104118"/>
            <a:chOff x="5078702" y="2606040"/>
            <a:chExt cx="1131937" cy="1325485"/>
          </a:xfrm>
        </p:grpSpPr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3EEE53D3-BD74-C520-D61B-5B7B9EA60A06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535" name="Parallelogram 534">
                <a:extLst>
                  <a:ext uri="{FF2B5EF4-FFF2-40B4-BE49-F238E27FC236}">
                    <a16:creationId xmlns:a16="http://schemas.microsoft.com/office/drawing/2014/main" id="{E42FCE05-3B52-CB2C-BE25-0DA9B10C2062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36" name="Rectangle 535">
                <a:extLst>
                  <a:ext uri="{FF2B5EF4-FFF2-40B4-BE49-F238E27FC236}">
                    <a16:creationId xmlns:a16="http://schemas.microsoft.com/office/drawing/2014/main" id="{69B92650-3A0C-8E7D-232A-999855C9FC5E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37" name="Parallelogram 536">
                <a:extLst>
                  <a:ext uri="{FF2B5EF4-FFF2-40B4-BE49-F238E27FC236}">
                    <a16:creationId xmlns:a16="http://schemas.microsoft.com/office/drawing/2014/main" id="{F7A8B6F5-39C1-73EF-26CC-DD301F8BDA01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533" name="Parallelogram 532">
              <a:extLst>
                <a:ext uri="{FF2B5EF4-FFF2-40B4-BE49-F238E27FC236}">
                  <a16:creationId xmlns:a16="http://schemas.microsoft.com/office/drawing/2014/main" id="{EBDBF7AA-F6AB-164E-46B7-C7FC13E1CC66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534" name="Rectangle 533">
              <a:extLst>
                <a:ext uri="{FF2B5EF4-FFF2-40B4-BE49-F238E27FC236}">
                  <a16:creationId xmlns:a16="http://schemas.microsoft.com/office/drawing/2014/main" id="{0927C1A4-3DEE-F1A3-0920-FC7CB4738F9B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FF400E52-2024-1249-6C4A-87F75955AA92}"/>
              </a:ext>
            </a:extLst>
          </p:cNvPr>
          <p:cNvGrpSpPr/>
          <p:nvPr/>
        </p:nvGrpSpPr>
        <p:grpSpPr>
          <a:xfrm>
            <a:off x="14883945" y="5330478"/>
            <a:ext cx="1796874" cy="2104118"/>
            <a:chOff x="5078702" y="2606040"/>
            <a:chExt cx="1131937" cy="1325485"/>
          </a:xfrm>
        </p:grpSpPr>
        <p:grpSp>
          <p:nvGrpSpPr>
            <p:cNvPr id="539" name="Group 538">
              <a:extLst>
                <a:ext uri="{FF2B5EF4-FFF2-40B4-BE49-F238E27FC236}">
                  <a16:creationId xmlns:a16="http://schemas.microsoft.com/office/drawing/2014/main" id="{50242ACD-2995-7D23-2881-CFAFB7EB7EEB}"/>
                </a:ext>
              </a:extLst>
            </p:cNvPr>
            <p:cNvGrpSpPr/>
            <p:nvPr/>
          </p:nvGrpSpPr>
          <p:grpSpPr>
            <a:xfrm>
              <a:off x="5078702" y="3509493"/>
              <a:ext cx="1131937" cy="422032"/>
              <a:chOff x="3807068" y="1521069"/>
              <a:chExt cx="1131937" cy="422032"/>
            </a:xfrm>
            <a:solidFill>
              <a:schemeClr val="accent3"/>
            </a:solidFill>
          </p:grpSpPr>
          <p:sp>
            <p:nvSpPr>
              <p:cNvPr id="542" name="Parallelogram 541">
                <a:extLst>
                  <a:ext uri="{FF2B5EF4-FFF2-40B4-BE49-F238E27FC236}">
                    <a16:creationId xmlns:a16="http://schemas.microsoft.com/office/drawing/2014/main" id="{F612AB6D-2445-4D9F-CFDA-7FB12F27062D}"/>
                  </a:ext>
                </a:extLst>
              </p:cNvPr>
              <p:cNvSpPr/>
              <p:nvPr/>
            </p:nvSpPr>
            <p:spPr>
              <a:xfrm>
                <a:off x="3807069" y="1521069"/>
                <a:ext cx="1049412" cy="211016"/>
              </a:xfrm>
              <a:prstGeom prst="parallelogram">
                <a:avLst>
                  <a:gd name="adj" fmla="val 156203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587" b="1" dirty="0">
                    <a:solidFill>
                      <a:schemeClr val="bg2"/>
                    </a:solidFill>
                    <a:latin typeface="+mj-lt"/>
                    <a:cs typeface="Arial Narrow" panose="020B0604020202020204" pitchFamily="34" charset="0"/>
                  </a:rPr>
                  <a:t>Cluster</a:t>
                </a:r>
                <a:endParaRPr lang="en-CH" sz="158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43" name="Rectangle 542">
                <a:extLst>
                  <a:ext uri="{FF2B5EF4-FFF2-40B4-BE49-F238E27FC236}">
                    <a16:creationId xmlns:a16="http://schemas.microsoft.com/office/drawing/2014/main" id="{393B3824-047D-3BE4-664C-FC222FC71E47}"/>
                  </a:ext>
                </a:extLst>
              </p:cNvPr>
              <p:cNvSpPr/>
              <p:nvPr/>
            </p:nvSpPr>
            <p:spPr>
              <a:xfrm>
                <a:off x="3807068" y="1732085"/>
                <a:ext cx="721751" cy="211016"/>
              </a:xfrm>
              <a:prstGeom prst="rect">
                <a:avLst/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  <p:sp>
            <p:nvSpPr>
              <p:cNvPr id="544" name="Parallelogram 543">
                <a:extLst>
                  <a:ext uri="{FF2B5EF4-FFF2-40B4-BE49-F238E27FC236}">
                    <a16:creationId xmlns:a16="http://schemas.microsoft.com/office/drawing/2014/main" id="{530876EF-8624-AD45-6D63-1D3E49622149}"/>
                  </a:ext>
                </a:extLst>
              </p:cNvPr>
              <p:cNvSpPr/>
              <p:nvPr/>
            </p:nvSpPr>
            <p:spPr>
              <a:xfrm rot="19676756">
                <a:off x="4427711" y="1641144"/>
                <a:ext cx="511294" cy="181498"/>
              </a:xfrm>
              <a:prstGeom prst="parallelogram">
                <a:avLst>
                  <a:gd name="adj" fmla="val 66198"/>
                </a:avLst>
              </a:prstGeom>
              <a:grpFill/>
              <a:ln>
                <a:solidFill>
                  <a:schemeClr val="bg2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CH" sz="2857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endParaRPr>
              </a:p>
            </p:txBody>
          </p:sp>
        </p:grpSp>
        <p:sp>
          <p:nvSpPr>
            <p:cNvPr id="540" name="Parallelogram 539">
              <a:extLst>
                <a:ext uri="{FF2B5EF4-FFF2-40B4-BE49-F238E27FC236}">
                  <a16:creationId xmlns:a16="http://schemas.microsoft.com/office/drawing/2014/main" id="{78D0440E-59E3-1712-9A8F-9A5D04BA09FF}"/>
                </a:ext>
              </a:extLst>
            </p:cNvPr>
            <p:cNvSpPr/>
            <p:nvPr/>
          </p:nvSpPr>
          <p:spPr>
            <a:xfrm>
              <a:off x="5760244" y="3524250"/>
              <a:ext cx="291941" cy="59055"/>
            </a:xfrm>
            <a:prstGeom prst="parallelogram">
              <a:avLst>
                <a:gd name="adj" fmla="val 136268"/>
              </a:avLst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52" b="1" dirty="0">
                  <a:solidFill>
                    <a:schemeClr val="bg2"/>
                  </a:solidFill>
                  <a:latin typeface="+mj-lt"/>
                  <a:cs typeface="Arial Narrow" panose="020B0604020202020204" pitchFamily="34" charset="0"/>
                </a:rPr>
                <a:t>R</a:t>
              </a:r>
              <a:endParaRPr lang="en-CH" sz="952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541" name="Rectangle 540">
              <a:extLst>
                <a:ext uri="{FF2B5EF4-FFF2-40B4-BE49-F238E27FC236}">
                  <a16:creationId xmlns:a16="http://schemas.microsoft.com/office/drawing/2014/main" id="{7DECC438-6A62-0042-62ED-31015E5BACE1}"/>
                </a:ext>
              </a:extLst>
            </p:cNvPr>
            <p:cNvSpPr/>
            <p:nvPr/>
          </p:nvSpPr>
          <p:spPr>
            <a:xfrm>
              <a:off x="5402581" y="2606040"/>
              <a:ext cx="68394" cy="9772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337B940-A206-A796-F8A8-E21BD0020F79}"/>
              </a:ext>
            </a:extLst>
          </p:cNvPr>
          <p:cNvGrpSpPr/>
          <p:nvPr/>
        </p:nvGrpSpPr>
        <p:grpSpPr>
          <a:xfrm>
            <a:off x="15262238" y="3716754"/>
            <a:ext cx="1796874" cy="669947"/>
            <a:chOff x="3807068" y="1521069"/>
            <a:chExt cx="1131937" cy="422032"/>
          </a:xfrm>
        </p:grpSpPr>
        <p:sp>
          <p:nvSpPr>
            <p:cNvPr id="3" name="Parallelogram 2">
              <a:extLst>
                <a:ext uri="{FF2B5EF4-FFF2-40B4-BE49-F238E27FC236}">
                  <a16:creationId xmlns:a16="http://schemas.microsoft.com/office/drawing/2014/main" id="{8DA07428-C2B2-2D46-B3FE-6ABD118AC627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20B28E-69F0-2109-7866-D73441E13742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C719166F-9690-62B8-1173-9B430DF9939E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9173EB5-EF2A-88B4-35FF-128DB4627D69}"/>
              </a:ext>
            </a:extLst>
          </p:cNvPr>
          <p:cNvGrpSpPr/>
          <p:nvPr/>
        </p:nvGrpSpPr>
        <p:grpSpPr>
          <a:xfrm>
            <a:off x="15262238" y="3378975"/>
            <a:ext cx="1796874" cy="669947"/>
            <a:chOff x="3807068" y="1521069"/>
            <a:chExt cx="1131937" cy="422032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85747C4-2B7D-2B3A-365A-A11489D48083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240818A-34A3-E053-4400-75EA4DF61EE6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A16FD63E-D2FD-E94B-FEDE-1EB37BF5D61C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3EC0E9-106B-9A04-8285-9E79E80E04B5}"/>
              </a:ext>
            </a:extLst>
          </p:cNvPr>
          <p:cNvGrpSpPr/>
          <p:nvPr/>
        </p:nvGrpSpPr>
        <p:grpSpPr>
          <a:xfrm>
            <a:off x="15262238" y="3041196"/>
            <a:ext cx="1796874" cy="669947"/>
            <a:chOff x="3807068" y="1521069"/>
            <a:chExt cx="1131937" cy="422032"/>
          </a:xfrm>
        </p:grpSpPr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2F284B0B-E172-E6E1-4BC5-0653D241148F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EA698BA-E15F-0160-6F26-1405824EC32A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55434D8C-8699-A8F4-2A3A-D6D35592DBFF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8F2C606-B4B0-A293-A049-F057418AA012}"/>
              </a:ext>
            </a:extLst>
          </p:cNvPr>
          <p:cNvGrpSpPr/>
          <p:nvPr/>
        </p:nvGrpSpPr>
        <p:grpSpPr>
          <a:xfrm>
            <a:off x="15262238" y="2703418"/>
            <a:ext cx="1796874" cy="669947"/>
            <a:chOff x="3807068" y="1521069"/>
            <a:chExt cx="1131937" cy="422032"/>
          </a:xfrm>
        </p:grpSpPr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344EA04C-0C1B-5F78-195F-586CD39FDD05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AC55657-A031-4574-16CB-D6EA2BDBB41C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A9EF7CC7-FC58-CB01-6230-5C627598496A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7454BFA-0316-9565-8262-0F13A88D765F}"/>
              </a:ext>
            </a:extLst>
          </p:cNvPr>
          <p:cNvGrpSpPr/>
          <p:nvPr/>
        </p:nvGrpSpPr>
        <p:grpSpPr>
          <a:xfrm>
            <a:off x="15262238" y="2365639"/>
            <a:ext cx="1796874" cy="669947"/>
            <a:chOff x="3807068" y="1521069"/>
            <a:chExt cx="1131937" cy="422032"/>
          </a:xfrm>
        </p:grpSpPr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6788665D-237F-A400-E9FC-2B94473A2070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B8B1CA5-F4CD-19E7-78D8-1DEA6720295D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7298E1A3-3377-DF32-7F98-F8A08C3F9A57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4DB2668-1BAB-25B3-BFE7-6D7C38448F4A}"/>
              </a:ext>
            </a:extLst>
          </p:cNvPr>
          <p:cNvGrpSpPr/>
          <p:nvPr/>
        </p:nvGrpSpPr>
        <p:grpSpPr>
          <a:xfrm>
            <a:off x="16407970" y="3716754"/>
            <a:ext cx="1796874" cy="669947"/>
            <a:chOff x="3807068" y="1521069"/>
            <a:chExt cx="1131937" cy="422032"/>
          </a:xfrm>
        </p:grpSpPr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58812F8C-9AE6-6F8B-BF5C-B6626A470835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5CE46E1-ED17-40F6-73D6-4BDF5D524DD6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7" name="Parallelogram 26">
              <a:extLst>
                <a:ext uri="{FF2B5EF4-FFF2-40B4-BE49-F238E27FC236}">
                  <a16:creationId xmlns:a16="http://schemas.microsoft.com/office/drawing/2014/main" id="{CEFAFFDB-56A6-E297-8B5B-EF1E602BD66D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54C0EF5-76F9-5F82-F9F6-6D2FB6370DFA}"/>
              </a:ext>
            </a:extLst>
          </p:cNvPr>
          <p:cNvGrpSpPr/>
          <p:nvPr/>
        </p:nvGrpSpPr>
        <p:grpSpPr>
          <a:xfrm>
            <a:off x="16407970" y="3378975"/>
            <a:ext cx="1796874" cy="669947"/>
            <a:chOff x="3807068" y="1521069"/>
            <a:chExt cx="1131937" cy="422032"/>
          </a:xfrm>
        </p:grpSpPr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34F71BCB-5219-47F1-9D1A-B4EB15CBF927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5D658A3-D22F-269E-EC97-E03AEB253D07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DD1D31CB-D514-A2A8-1425-E4E7374836E4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661C245-3C42-6526-B59F-C0B8C431EC91}"/>
              </a:ext>
            </a:extLst>
          </p:cNvPr>
          <p:cNvGrpSpPr/>
          <p:nvPr/>
        </p:nvGrpSpPr>
        <p:grpSpPr>
          <a:xfrm>
            <a:off x="16407970" y="3041196"/>
            <a:ext cx="1796874" cy="669947"/>
            <a:chOff x="3807068" y="1521069"/>
            <a:chExt cx="1131937" cy="422032"/>
          </a:xfrm>
        </p:grpSpPr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47815F03-033C-2879-B455-D404B1AB4FA7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80C0A59-8175-9DBD-4559-C9543BCFF353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B8F5C73E-E3A2-BFA0-D447-C36BCEC940DE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C141823-2B1D-17CE-B885-ED2905D791A5}"/>
              </a:ext>
            </a:extLst>
          </p:cNvPr>
          <p:cNvGrpSpPr/>
          <p:nvPr/>
        </p:nvGrpSpPr>
        <p:grpSpPr>
          <a:xfrm>
            <a:off x="16407970" y="2703418"/>
            <a:ext cx="1796874" cy="669947"/>
            <a:chOff x="3807068" y="1521069"/>
            <a:chExt cx="1131937" cy="422032"/>
          </a:xfrm>
        </p:grpSpPr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6A6FEA75-AC12-7460-6A51-1E0DEBA5A057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B5E3199-1E85-EE27-65A5-8EE7559986DA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7D0EB864-CFFF-30A9-0D33-3514260E3F0F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DD21092-2FDE-0ACF-AF41-5B3371FAE6C8}"/>
              </a:ext>
            </a:extLst>
          </p:cNvPr>
          <p:cNvGrpSpPr/>
          <p:nvPr/>
        </p:nvGrpSpPr>
        <p:grpSpPr>
          <a:xfrm>
            <a:off x="16407970" y="2365639"/>
            <a:ext cx="1796874" cy="669947"/>
            <a:chOff x="3807068" y="1521069"/>
            <a:chExt cx="1131937" cy="422032"/>
          </a:xfrm>
        </p:grpSpPr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34D4D2BC-89A4-23B9-B59C-E4745915CACB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2A6CEEBE-5DA9-8BF9-479E-2CEE64DB6156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A9C85E2F-025A-9042-5C64-361F1E93AFF1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951AA49A-2C58-760C-78AA-5AF459041FB6}"/>
              </a:ext>
            </a:extLst>
          </p:cNvPr>
          <p:cNvGrpSpPr/>
          <p:nvPr/>
        </p:nvGrpSpPr>
        <p:grpSpPr>
          <a:xfrm>
            <a:off x="14784213" y="4054532"/>
            <a:ext cx="1796874" cy="669947"/>
            <a:chOff x="3807068" y="1521069"/>
            <a:chExt cx="1131937" cy="422032"/>
          </a:xfrm>
        </p:grpSpPr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2DCAF5B4-668D-1932-15E5-1EB11CB593FF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42E19764-4770-C11A-E1C5-D72C6187B037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09FE905E-8441-D862-B038-FCC4E14147C5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C30CC6F-06C2-1407-A1F2-0852A1701FA0}"/>
              </a:ext>
            </a:extLst>
          </p:cNvPr>
          <p:cNvGrpSpPr/>
          <p:nvPr/>
        </p:nvGrpSpPr>
        <p:grpSpPr>
          <a:xfrm>
            <a:off x="14784213" y="3716754"/>
            <a:ext cx="1796874" cy="669947"/>
            <a:chOff x="3807068" y="1521069"/>
            <a:chExt cx="1131937" cy="422032"/>
          </a:xfrm>
        </p:grpSpPr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952B9721-1E89-8D45-5746-AAC24A2A1696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0AC5EAF3-80A3-C2C6-8462-3F18175FCB66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306CBE1E-5A1D-C455-0D2E-8F97F300B3B1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EA74067-3DF1-DEAC-B7FC-A5C1C172C666}"/>
              </a:ext>
            </a:extLst>
          </p:cNvPr>
          <p:cNvGrpSpPr/>
          <p:nvPr/>
        </p:nvGrpSpPr>
        <p:grpSpPr>
          <a:xfrm>
            <a:off x="14784213" y="3378975"/>
            <a:ext cx="1796874" cy="669947"/>
            <a:chOff x="3807068" y="1521069"/>
            <a:chExt cx="1131937" cy="422032"/>
          </a:xfrm>
        </p:grpSpPr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2985AE94-83F3-39DB-BB1C-5472000F401B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48562CE-36CA-0DC8-2C65-B0FDD1BE72B9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7FAF6B43-DBE2-3145-DB6C-D50042523038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8F29513-C3CE-9FC3-72B8-EA281F97FD12}"/>
              </a:ext>
            </a:extLst>
          </p:cNvPr>
          <p:cNvGrpSpPr/>
          <p:nvPr/>
        </p:nvGrpSpPr>
        <p:grpSpPr>
          <a:xfrm>
            <a:off x="14784213" y="3041196"/>
            <a:ext cx="1796874" cy="669947"/>
            <a:chOff x="3807068" y="1521069"/>
            <a:chExt cx="1131937" cy="422032"/>
          </a:xfrm>
        </p:grpSpPr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7E4FB390-EC26-568D-BA52-C375CE0793FA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DD2E86D7-CA84-3FC2-6AAD-970AA3702E3A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E076D5D1-0686-5EC6-54F6-4BB919A6B043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8C18CBA-5FD8-FA21-9AC4-2A5A30A0E10A}"/>
              </a:ext>
            </a:extLst>
          </p:cNvPr>
          <p:cNvGrpSpPr/>
          <p:nvPr/>
        </p:nvGrpSpPr>
        <p:grpSpPr>
          <a:xfrm>
            <a:off x="14784213" y="2703418"/>
            <a:ext cx="1796874" cy="669947"/>
            <a:chOff x="3807068" y="1521069"/>
            <a:chExt cx="1131937" cy="422032"/>
          </a:xfrm>
        </p:grpSpPr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2A6BC9DD-A947-2E33-EA44-39036FCB739D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9BCE6D8-797F-21BE-A738-999AD8361BF1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295D2969-E7E1-1D8E-01F3-50A56C7BFE4D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4A0C89C3-60B0-F2F6-F25B-566DBC2D4DE3}"/>
              </a:ext>
            </a:extLst>
          </p:cNvPr>
          <p:cNvGrpSpPr/>
          <p:nvPr/>
        </p:nvGrpSpPr>
        <p:grpSpPr>
          <a:xfrm>
            <a:off x="15929944" y="4054532"/>
            <a:ext cx="1796874" cy="669947"/>
            <a:chOff x="3807068" y="1521069"/>
            <a:chExt cx="1131937" cy="422032"/>
          </a:xfrm>
        </p:grpSpPr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C4C3389D-D0C1-277C-D078-95843E7687D8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B5D427A-ABE3-19CC-A6C9-06AE6780FF22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03618AD3-68C0-D400-C4FC-4992C06FD8F5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75F3856-7565-BF4B-297C-1DDC5B04718F}"/>
              </a:ext>
            </a:extLst>
          </p:cNvPr>
          <p:cNvGrpSpPr/>
          <p:nvPr/>
        </p:nvGrpSpPr>
        <p:grpSpPr>
          <a:xfrm>
            <a:off x="15929944" y="3716754"/>
            <a:ext cx="1796874" cy="669947"/>
            <a:chOff x="3807068" y="1521069"/>
            <a:chExt cx="1131937" cy="422032"/>
          </a:xfrm>
        </p:grpSpPr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44978805-2E4D-AAC4-2DFE-3F05F0B1EE88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DEC48C43-2E6D-AD22-B36E-58C4ED15A632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7ACFFAE8-F60A-4F46-9B57-5021FF8ED9DC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A5D87857-CD29-8F0F-527E-08E4494DD958}"/>
              </a:ext>
            </a:extLst>
          </p:cNvPr>
          <p:cNvGrpSpPr/>
          <p:nvPr/>
        </p:nvGrpSpPr>
        <p:grpSpPr>
          <a:xfrm>
            <a:off x="15929944" y="3378975"/>
            <a:ext cx="1796874" cy="669947"/>
            <a:chOff x="3807068" y="1521069"/>
            <a:chExt cx="1131937" cy="422032"/>
          </a:xfrm>
        </p:grpSpPr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BF3238F1-982F-F50B-67F9-716ADA943B4B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2E60EBEF-8A8B-1BCA-D334-553720A7983D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66E4B844-8C1B-0CA7-F7BD-71D8872BB90D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E2CE05D-CA32-9765-2B41-2CF6A57B468C}"/>
              </a:ext>
            </a:extLst>
          </p:cNvPr>
          <p:cNvGrpSpPr/>
          <p:nvPr/>
        </p:nvGrpSpPr>
        <p:grpSpPr>
          <a:xfrm>
            <a:off x="15929944" y="3041196"/>
            <a:ext cx="1796874" cy="669947"/>
            <a:chOff x="3807068" y="1521069"/>
            <a:chExt cx="1131937" cy="422032"/>
          </a:xfrm>
        </p:grpSpPr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C1064CBD-879C-6474-AD50-8FD507B7DA20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3DCE188-1B96-12A6-36C5-8FDCA627465E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D2B380CD-2EFE-A3F1-E9C5-22C1B9D6726D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62E2A1B-9545-15F1-5C96-CC134CF03EE1}"/>
              </a:ext>
            </a:extLst>
          </p:cNvPr>
          <p:cNvGrpSpPr/>
          <p:nvPr/>
        </p:nvGrpSpPr>
        <p:grpSpPr>
          <a:xfrm>
            <a:off x="15929944" y="2703418"/>
            <a:ext cx="1796874" cy="669947"/>
            <a:chOff x="3807068" y="1521069"/>
            <a:chExt cx="1131937" cy="422032"/>
          </a:xfrm>
        </p:grpSpPr>
        <p:sp>
          <p:nvSpPr>
            <p:cNvPr id="81" name="Parallelogram 80">
              <a:extLst>
                <a:ext uri="{FF2B5EF4-FFF2-40B4-BE49-F238E27FC236}">
                  <a16:creationId xmlns:a16="http://schemas.microsoft.com/office/drawing/2014/main" id="{C1517CD1-C62A-1215-5911-DEA005B3A1AC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E399A6C9-3F99-E4B6-54A0-8E8A7A9ED76C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83" name="Parallelogram 82">
              <a:extLst>
                <a:ext uri="{FF2B5EF4-FFF2-40B4-BE49-F238E27FC236}">
                  <a16:creationId xmlns:a16="http://schemas.microsoft.com/office/drawing/2014/main" id="{20651C3F-99A9-2CB0-583F-551259C81665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F308BC39-8812-F802-0CD2-5A50F9F821EF}"/>
              </a:ext>
            </a:extLst>
          </p:cNvPr>
          <p:cNvGrpSpPr/>
          <p:nvPr/>
        </p:nvGrpSpPr>
        <p:grpSpPr>
          <a:xfrm>
            <a:off x="12987341" y="3716754"/>
            <a:ext cx="1796874" cy="669947"/>
            <a:chOff x="3807068" y="1521069"/>
            <a:chExt cx="1131937" cy="422032"/>
          </a:xfrm>
        </p:grpSpPr>
        <p:sp>
          <p:nvSpPr>
            <p:cNvPr id="165" name="Parallelogram 164">
              <a:extLst>
                <a:ext uri="{FF2B5EF4-FFF2-40B4-BE49-F238E27FC236}">
                  <a16:creationId xmlns:a16="http://schemas.microsoft.com/office/drawing/2014/main" id="{921C268C-6A2E-63FD-160E-54023115BE95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110F0B71-5C3F-D844-341E-D34F652DCAB1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67" name="Parallelogram 166">
              <a:extLst>
                <a:ext uri="{FF2B5EF4-FFF2-40B4-BE49-F238E27FC236}">
                  <a16:creationId xmlns:a16="http://schemas.microsoft.com/office/drawing/2014/main" id="{C8507A1D-2F55-4745-0A17-74134FA9C117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A8FEC0BE-3C0F-B1C8-EA63-815104245E58}"/>
              </a:ext>
            </a:extLst>
          </p:cNvPr>
          <p:cNvGrpSpPr/>
          <p:nvPr/>
        </p:nvGrpSpPr>
        <p:grpSpPr>
          <a:xfrm>
            <a:off x="12987341" y="3378975"/>
            <a:ext cx="1796874" cy="669947"/>
            <a:chOff x="3807068" y="1521069"/>
            <a:chExt cx="1131937" cy="422032"/>
          </a:xfrm>
        </p:grpSpPr>
        <p:sp>
          <p:nvSpPr>
            <p:cNvPr id="169" name="Parallelogram 168">
              <a:extLst>
                <a:ext uri="{FF2B5EF4-FFF2-40B4-BE49-F238E27FC236}">
                  <a16:creationId xmlns:a16="http://schemas.microsoft.com/office/drawing/2014/main" id="{D0C46CAE-3803-38D4-C84A-43C08F232CDA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B31697DA-2D56-EFD6-2CA1-D371B265A831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71" name="Parallelogram 170">
              <a:extLst>
                <a:ext uri="{FF2B5EF4-FFF2-40B4-BE49-F238E27FC236}">
                  <a16:creationId xmlns:a16="http://schemas.microsoft.com/office/drawing/2014/main" id="{7EA3E248-4AEF-0EA3-513F-9952C497A5B8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EE159E86-D64B-BD61-5EFE-ED84DC303E00}"/>
              </a:ext>
            </a:extLst>
          </p:cNvPr>
          <p:cNvGrpSpPr/>
          <p:nvPr/>
        </p:nvGrpSpPr>
        <p:grpSpPr>
          <a:xfrm>
            <a:off x="12987341" y="3041196"/>
            <a:ext cx="1796874" cy="669947"/>
            <a:chOff x="3807068" y="1521069"/>
            <a:chExt cx="1131937" cy="422032"/>
          </a:xfrm>
        </p:grpSpPr>
        <p:sp>
          <p:nvSpPr>
            <p:cNvPr id="173" name="Parallelogram 172">
              <a:extLst>
                <a:ext uri="{FF2B5EF4-FFF2-40B4-BE49-F238E27FC236}">
                  <a16:creationId xmlns:a16="http://schemas.microsoft.com/office/drawing/2014/main" id="{653094B8-8522-3C3C-D9F6-1BFF0ECB4A80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D111CE4C-E2EB-48A1-5186-082900700600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75" name="Parallelogram 174">
              <a:extLst>
                <a:ext uri="{FF2B5EF4-FFF2-40B4-BE49-F238E27FC236}">
                  <a16:creationId xmlns:a16="http://schemas.microsoft.com/office/drawing/2014/main" id="{A45542DC-B7E0-5C3C-A1BA-F8474116BF05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953795F8-7F9B-670C-87B6-0D0C53583A46}"/>
              </a:ext>
            </a:extLst>
          </p:cNvPr>
          <p:cNvGrpSpPr/>
          <p:nvPr/>
        </p:nvGrpSpPr>
        <p:grpSpPr>
          <a:xfrm>
            <a:off x="12987341" y="2703418"/>
            <a:ext cx="1796874" cy="669947"/>
            <a:chOff x="3807068" y="1521069"/>
            <a:chExt cx="1131937" cy="422032"/>
          </a:xfrm>
        </p:grpSpPr>
        <p:sp>
          <p:nvSpPr>
            <p:cNvPr id="177" name="Parallelogram 176">
              <a:extLst>
                <a:ext uri="{FF2B5EF4-FFF2-40B4-BE49-F238E27FC236}">
                  <a16:creationId xmlns:a16="http://schemas.microsoft.com/office/drawing/2014/main" id="{AA9BFE65-1219-DE88-3A80-E42A101366F3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D0657D97-1C74-D815-4085-9F6F220F39BA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79" name="Parallelogram 178">
              <a:extLst>
                <a:ext uri="{FF2B5EF4-FFF2-40B4-BE49-F238E27FC236}">
                  <a16:creationId xmlns:a16="http://schemas.microsoft.com/office/drawing/2014/main" id="{4353BDBB-BC6F-1504-E60B-8702336B9DFD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42B10496-CDC5-B435-8FBC-7278F57A7CAD}"/>
              </a:ext>
            </a:extLst>
          </p:cNvPr>
          <p:cNvGrpSpPr/>
          <p:nvPr/>
        </p:nvGrpSpPr>
        <p:grpSpPr>
          <a:xfrm>
            <a:off x="12987341" y="2365639"/>
            <a:ext cx="1796874" cy="669947"/>
            <a:chOff x="3807068" y="1521069"/>
            <a:chExt cx="1131937" cy="422032"/>
          </a:xfrm>
        </p:grpSpPr>
        <p:sp>
          <p:nvSpPr>
            <p:cNvPr id="181" name="Parallelogram 180">
              <a:extLst>
                <a:ext uri="{FF2B5EF4-FFF2-40B4-BE49-F238E27FC236}">
                  <a16:creationId xmlns:a16="http://schemas.microsoft.com/office/drawing/2014/main" id="{4ACA0000-5A32-C651-A8B0-A6C0F2FB6A5B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05434891-E198-54F0-32FD-5A5B8647D6A0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83" name="Parallelogram 182">
              <a:extLst>
                <a:ext uri="{FF2B5EF4-FFF2-40B4-BE49-F238E27FC236}">
                  <a16:creationId xmlns:a16="http://schemas.microsoft.com/office/drawing/2014/main" id="{FC66FBD6-66E8-9F67-88C8-1883C9FD403A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69EA731C-8C63-94ED-9968-5F2C9054F051}"/>
              </a:ext>
            </a:extLst>
          </p:cNvPr>
          <p:cNvGrpSpPr/>
          <p:nvPr/>
        </p:nvGrpSpPr>
        <p:grpSpPr>
          <a:xfrm>
            <a:off x="14133072" y="3716754"/>
            <a:ext cx="1796874" cy="669947"/>
            <a:chOff x="3807068" y="1521069"/>
            <a:chExt cx="1131937" cy="422032"/>
          </a:xfrm>
        </p:grpSpPr>
        <p:sp>
          <p:nvSpPr>
            <p:cNvPr id="185" name="Parallelogram 184">
              <a:extLst>
                <a:ext uri="{FF2B5EF4-FFF2-40B4-BE49-F238E27FC236}">
                  <a16:creationId xmlns:a16="http://schemas.microsoft.com/office/drawing/2014/main" id="{592B3E1B-0721-0B8A-7E14-C6C91ACE4E2B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D2D9E65D-8AF1-32A6-B9E6-9282653429D6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87" name="Parallelogram 186">
              <a:extLst>
                <a:ext uri="{FF2B5EF4-FFF2-40B4-BE49-F238E27FC236}">
                  <a16:creationId xmlns:a16="http://schemas.microsoft.com/office/drawing/2014/main" id="{2148EF43-9F1F-E4C8-2EA6-232604B97EE4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4CACA320-EE5B-6796-2B57-F863A58CE0BC}"/>
              </a:ext>
            </a:extLst>
          </p:cNvPr>
          <p:cNvGrpSpPr/>
          <p:nvPr/>
        </p:nvGrpSpPr>
        <p:grpSpPr>
          <a:xfrm>
            <a:off x="14133072" y="3378975"/>
            <a:ext cx="1796874" cy="669947"/>
            <a:chOff x="3807068" y="1521069"/>
            <a:chExt cx="1131937" cy="422032"/>
          </a:xfrm>
        </p:grpSpPr>
        <p:sp>
          <p:nvSpPr>
            <p:cNvPr id="189" name="Parallelogram 188">
              <a:extLst>
                <a:ext uri="{FF2B5EF4-FFF2-40B4-BE49-F238E27FC236}">
                  <a16:creationId xmlns:a16="http://schemas.microsoft.com/office/drawing/2014/main" id="{2F4C685A-DD54-F281-5ECC-0D2386913BB8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BBFF0616-16CD-51EE-FB98-CDD07E6FD65E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91" name="Parallelogram 190">
              <a:extLst>
                <a:ext uri="{FF2B5EF4-FFF2-40B4-BE49-F238E27FC236}">
                  <a16:creationId xmlns:a16="http://schemas.microsoft.com/office/drawing/2014/main" id="{5C4E0840-1CF4-3A22-634C-B399C0224C1B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7953AAC9-977A-5521-D24B-1E0C7ECD5739}"/>
              </a:ext>
            </a:extLst>
          </p:cNvPr>
          <p:cNvGrpSpPr/>
          <p:nvPr/>
        </p:nvGrpSpPr>
        <p:grpSpPr>
          <a:xfrm>
            <a:off x="14133072" y="3041196"/>
            <a:ext cx="1796874" cy="669947"/>
            <a:chOff x="3807068" y="1521069"/>
            <a:chExt cx="1131937" cy="422032"/>
          </a:xfrm>
        </p:grpSpPr>
        <p:sp>
          <p:nvSpPr>
            <p:cNvPr id="193" name="Parallelogram 192">
              <a:extLst>
                <a:ext uri="{FF2B5EF4-FFF2-40B4-BE49-F238E27FC236}">
                  <a16:creationId xmlns:a16="http://schemas.microsoft.com/office/drawing/2014/main" id="{0CCBB828-A53C-B030-FC62-1924D97AA572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1660BD00-C7AE-63D0-BAD6-27B26013F228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95" name="Parallelogram 194">
              <a:extLst>
                <a:ext uri="{FF2B5EF4-FFF2-40B4-BE49-F238E27FC236}">
                  <a16:creationId xmlns:a16="http://schemas.microsoft.com/office/drawing/2014/main" id="{C437B8CB-BF40-C6C7-808E-8030CE3456C6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82EF153F-A995-044E-F32F-12D476DAA5E5}"/>
              </a:ext>
            </a:extLst>
          </p:cNvPr>
          <p:cNvGrpSpPr/>
          <p:nvPr/>
        </p:nvGrpSpPr>
        <p:grpSpPr>
          <a:xfrm>
            <a:off x="14133072" y="2703418"/>
            <a:ext cx="1796874" cy="669947"/>
            <a:chOff x="3807068" y="1521069"/>
            <a:chExt cx="1131937" cy="422032"/>
          </a:xfrm>
        </p:grpSpPr>
        <p:sp>
          <p:nvSpPr>
            <p:cNvPr id="197" name="Parallelogram 196">
              <a:extLst>
                <a:ext uri="{FF2B5EF4-FFF2-40B4-BE49-F238E27FC236}">
                  <a16:creationId xmlns:a16="http://schemas.microsoft.com/office/drawing/2014/main" id="{B746CC2C-4E85-9723-4087-B994664A95A9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632FC70A-E01E-E486-46BE-B64F0020ABAF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199" name="Parallelogram 198">
              <a:extLst>
                <a:ext uri="{FF2B5EF4-FFF2-40B4-BE49-F238E27FC236}">
                  <a16:creationId xmlns:a16="http://schemas.microsoft.com/office/drawing/2014/main" id="{A40392AE-4599-B6C1-F6C5-5C7A8E41D884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E0500923-3CC1-4CE4-BC97-E0908280A9A3}"/>
              </a:ext>
            </a:extLst>
          </p:cNvPr>
          <p:cNvGrpSpPr/>
          <p:nvPr/>
        </p:nvGrpSpPr>
        <p:grpSpPr>
          <a:xfrm>
            <a:off x="14133072" y="2365639"/>
            <a:ext cx="1796874" cy="669947"/>
            <a:chOff x="3807068" y="1521069"/>
            <a:chExt cx="1131937" cy="422032"/>
          </a:xfrm>
        </p:grpSpPr>
        <p:sp>
          <p:nvSpPr>
            <p:cNvPr id="201" name="Parallelogram 200">
              <a:extLst>
                <a:ext uri="{FF2B5EF4-FFF2-40B4-BE49-F238E27FC236}">
                  <a16:creationId xmlns:a16="http://schemas.microsoft.com/office/drawing/2014/main" id="{10A3DCE2-AF80-0537-0A98-9FE3DA2BFE56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21A9BB55-1515-F012-4944-A613995373EE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03" name="Parallelogram 202">
              <a:extLst>
                <a:ext uri="{FF2B5EF4-FFF2-40B4-BE49-F238E27FC236}">
                  <a16:creationId xmlns:a16="http://schemas.microsoft.com/office/drawing/2014/main" id="{1441E857-6176-F080-0192-5F59E274E4BD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01923294-533A-FCC0-11BC-41CF5728ED07}"/>
              </a:ext>
            </a:extLst>
          </p:cNvPr>
          <p:cNvGrpSpPr/>
          <p:nvPr/>
        </p:nvGrpSpPr>
        <p:grpSpPr>
          <a:xfrm>
            <a:off x="12509315" y="4054532"/>
            <a:ext cx="1796874" cy="669947"/>
            <a:chOff x="3807068" y="1521069"/>
            <a:chExt cx="1131937" cy="422032"/>
          </a:xfrm>
        </p:grpSpPr>
        <p:sp>
          <p:nvSpPr>
            <p:cNvPr id="205" name="Parallelogram 204">
              <a:extLst>
                <a:ext uri="{FF2B5EF4-FFF2-40B4-BE49-F238E27FC236}">
                  <a16:creationId xmlns:a16="http://schemas.microsoft.com/office/drawing/2014/main" id="{FB6FBC30-3747-D0BF-9B36-9F8799503352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B971DA62-42FC-B57F-DDCC-A64FB75F77E5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07" name="Parallelogram 206">
              <a:extLst>
                <a:ext uri="{FF2B5EF4-FFF2-40B4-BE49-F238E27FC236}">
                  <a16:creationId xmlns:a16="http://schemas.microsoft.com/office/drawing/2014/main" id="{0CE46E2E-2710-14EE-26AC-ACAB705740CE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6257DCA1-4308-D626-C9F4-99B0D0887230}"/>
              </a:ext>
            </a:extLst>
          </p:cNvPr>
          <p:cNvGrpSpPr/>
          <p:nvPr/>
        </p:nvGrpSpPr>
        <p:grpSpPr>
          <a:xfrm>
            <a:off x="12509315" y="3716754"/>
            <a:ext cx="1796874" cy="669947"/>
            <a:chOff x="3807068" y="1521069"/>
            <a:chExt cx="1131937" cy="422032"/>
          </a:xfrm>
        </p:grpSpPr>
        <p:sp>
          <p:nvSpPr>
            <p:cNvPr id="209" name="Parallelogram 208">
              <a:extLst>
                <a:ext uri="{FF2B5EF4-FFF2-40B4-BE49-F238E27FC236}">
                  <a16:creationId xmlns:a16="http://schemas.microsoft.com/office/drawing/2014/main" id="{C735300C-EE3B-F481-04DD-598C75D655F6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2CE26CF2-04AA-9CD5-CD0F-DA7095B7B513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11" name="Parallelogram 210">
              <a:extLst>
                <a:ext uri="{FF2B5EF4-FFF2-40B4-BE49-F238E27FC236}">
                  <a16:creationId xmlns:a16="http://schemas.microsoft.com/office/drawing/2014/main" id="{BA024460-7287-7238-39D7-7528F3E72818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77EC49F1-7398-6BA2-BD78-A9CF9748E65F}"/>
              </a:ext>
            </a:extLst>
          </p:cNvPr>
          <p:cNvGrpSpPr/>
          <p:nvPr/>
        </p:nvGrpSpPr>
        <p:grpSpPr>
          <a:xfrm>
            <a:off x="12509315" y="3378975"/>
            <a:ext cx="1796874" cy="669947"/>
            <a:chOff x="3807068" y="1521069"/>
            <a:chExt cx="1131937" cy="422032"/>
          </a:xfrm>
        </p:grpSpPr>
        <p:sp>
          <p:nvSpPr>
            <p:cNvPr id="213" name="Parallelogram 212">
              <a:extLst>
                <a:ext uri="{FF2B5EF4-FFF2-40B4-BE49-F238E27FC236}">
                  <a16:creationId xmlns:a16="http://schemas.microsoft.com/office/drawing/2014/main" id="{81EF329A-F52F-BB62-F54B-D0C87479C231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20423B37-F1F5-3D1C-D24C-579AD122D66E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15" name="Parallelogram 214">
              <a:extLst>
                <a:ext uri="{FF2B5EF4-FFF2-40B4-BE49-F238E27FC236}">
                  <a16:creationId xmlns:a16="http://schemas.microsoft.com/office/drawing/2014/main" id="{82A060D2-2A80-40A8-38B1-A917859ACC2B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16" name="Group 215">
            <a:extLst>
              <a:ext uri="{FF2B5EF4-FFF2-40B4-BE49-F238E27FC236}">
                <a16:creationId xmlns:a16="http://schemas.microsoft.com/office/drawing/2014/main" id="{13768C1C-9758-806F-4CB3-A068BF9B0D3B}"/>
              </a:ext>
            </a:extLst>
          </p:cNvPr>
          <p:cNvGrpSpPr/>
          <p:nvPr/>
        </p:nvGrpSpPr>
        <p:grpSpPr>
          <a:xfrm>
            <a:off x="12509315" y="3041196"/>
            <a:ext cx="1796874" cy="669947"/>
            <a:chOff x="3807068" y="1521069"/>
            <a:chExt cx="1131937" cy="422032"/>
          </a:xfrm>
        </p:grpSpPr>
        <p:sp>
          <p:nvSpPr>
            <p:cNvPr id="217" name="Parallelogram 216">
              <a:extLst>
                <a:ext uri="{FF2B5EF4-FFF2-40B4-BE49-F238E27FC236}">
                  <a16:creationId xmlns:a16="http://schemas.microsoft.com/office/drawing/2014/main" id="{F265B8C2-6A05-9B8E-8485-D425AA11D014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B995B679-E9CE-8DAF-19EB-0D608BFF0066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19" name="Parallelogram 218">
              <a:extLst>
                <a:ext uri="{FF2B5EF4-FFF2-40B4-BE49-F238E27FC236}">
                  <a16:creationId xmlns:a16="http://schemas.microsoft.com/office/drawing/2014/main" id="{E29FF9BE-CF76-C8AC-5EBB-50A8F0249688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6024CCB3-41B7-7F76-54F5-1ED361F5B72C}"/>
              </a:ext>
            </a:extLst>
          </p:cNvPr>
          <p:cNvGrpSpPr/>
          <p:nvPr/>
        </p:nvGrpSpPr>
        <p:grpSpPr>
          <a:xfrm>
            <a:off x="12509315" y="2703418"/>
            <a:ext cx="1796874" cy="669947"/>
            <a:chOff x="3807068" y="1521069"/>
            <a:chExt cx="1131937" cy="422032"/>
          </a:xfrm>
        </p:grpSpPr>
        <p:sp>
          <p:nvSpPr>
            <p:cNvPr id="221" name="Parallelogram 220">
              <a:extLst>
                <a:ext uri="{FF2B5EF4-FFF2-40B4-BE49-F238E27FC236}">
                  <a16:creationId xmlns:a16="http://schemas.microsoft.com/office/drawing/2014/main" id="{F164D20A-DACD-49F9-683D-8F0620BCD149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2DDF88F6-73F7-DF0D-8D90-7359578892A9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23" name="Parallelogram 222">
              <a:extLst>
                <a:ext uri="{FF2B5EF4-FFF2-40B4-BE49-F238E27FC236}">
                  <a16:creationId xmlns:a16="http://schemas.microsoft.com/office/drawing/2014/main" id="{12FED187-8CD9-ACD9-D707-E801DF4D070B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B7424403-E892-7E85-AA5F-CF3234D57B7C}"/>
              </a:ext>
            </a:extLst>
          </p:cNvPr>
          <p:cNvGrpSpPr/>
          <p:nvPr/>
        </p:nvGrpSpPr>
        <p:grpSpPr>
          <a:xfrm>
            <a:off x="13655047" y="4054532"/>
            <a:ext cx="1796874" cy="669947"/>
            <a:chOff x="3807068" y="1521069"/>
            <a:chExt cx="1131937" cy="422032"/>
          </a:xfrm>
        </p:grpSpPr>
        <p:sp>
          <p:nvSpPr>
            <p:cNvPr id="225" name="Parallelogram 224">
              <a:extLst>
                <a:ext uri="{FF2B5EF4-FFF2-40B4-BE49-F238E27FC236}">
                  <a16:creationId xmlns:a16="http://schemas.microsoft.com/office/drawing/2014/main" id="{8319187F-910B-F389-1849-DAF201E33885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76F5CBE8-A9BE-221D-8E68-BA1106AB8FFF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27" name="Parallelogram 226">
              <a:extLst>
                <a:ext uri="{FF2B5EF4-FFF2-40B4-BE49-F238E27FC236}">
                  <a16:creationId xmlns:a16="http://schemas.microsoft.com/office/drawing/2014/main" id="{FFF60A34-68E0-F4ED-080F-01325066D2D7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3591C59A-760E-91CC-F2BE-5517913E8B10}"/>
              </a:ext>
            </a:extLst>
          </p:cNvPr>
          <p:cNvGrpSpPr/>
          <p:nvPr/>
        </p:nvGrpSpPr>
        <p:grpSpPr>
          <a:xfrm>
            <a:off x="13655047" y="3716754"/>
            <a:ext cx="1796874" cy="669947"/>
            <a:chOff x="3807068" y="1521069"/>
            <a:chExt cx="1131937" cy="422032"/>
          </a:xfrm>
        </p:grpSpPr>
        <p:sp>
          <p:nvSpPr>
            <p:cNvPr id="229" name="Parallelogram 228">
              <a:extLst>
                <a:ext uri="{FF2B5EF4-FFF2-40B4-BE49-F238E27FC236}">
                  <a16:creationId xmlns:a16="http://schemas.microsoft.com/office/drawing/2014/main" id="{E763DA22-7386-8B23-E89A-F0ADFEE7C8E0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A9F5ABA5-FEB0-0DB1-860E-FA3147976AC6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31" name="Parallelogram 230">
              <a:extLst>
                <a:ext uri="{FF2B5EF4-FFF2-40B4-BE49-F238E27FC236}">
                  <a16:creationId xmlns:a16="http://schemas.microsoft.com/office/drawing/2014/main" id="{034FA8B2-920D-89DE-1500-D7128C08C46E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BF19E7D0-A3CB-8196-7A1A-C9F34E2AB251}"/>
              </a:ext>
            </a:extLst>
          </p:cNvPr>
          <p:cNvGrpSpPr/>
          <p:nvPr/>
        </p:nvGrpSpPr>
        <p:grpSpPr>
          <a:xfrm>
            <a:off x="13655047" y="3378975"/>
            <a:ext cx="1796874" cy="669947"/>
            <a:chOff x="3807068" y="1521069"/>
            <a:chExt cx="1131937" cy="422032"/>
          </a:xfrm>
        </p:grpSpPr>
        <p:sp>
          <p:nvSpPr>
            <p:cNvPr id="233" name="Parallelogram 232">
              <a:extLst>
                <a:ext uri="{FF2B5EF4-FFF2-40B4-BE49-F238E27FC236}">
                  <a16:creationId xmlns:a16="http://schemas.microsoft.com/office/drawing/2014/main" id="{ED00B8BA-88A3-6642-EFD7-D729B36FE647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ECFB57FC-0E23-0C90-ADC5-02F45D60A84B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35" name="Parallelogram 234">
              <a:extLst>
                <a:ext uri="{FF2B5EF4-FFF2-40B4-BE49-F238E27FC236}">
                  <a16:creationId xmlns:a16="http://schemas.microsoft.com/office/drawing/2014/main" id="{ECABA3E0-E695-D22A-ECF3-A2E43F1FA16A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CE49322-8BF0-9EB1-950C-FA6D27150218}"/>
              </a:ext>
            </a:extLst>
          </p:cNvPr>
          <p:cNvGrpSpPr/>
          <p:nvPr/>
        </p:nvGrpSpPr>
        <p:grpSpPr>
          <a:xfrm>
            <a:off x="13655047" y="3041196"/>
            <a:ext cx="1796874" cy="669947"/>
            <a:chOff x="3807068" y="1521069"/>
            <a:chExt cx="1131937" cy="422032"/>
          </a:xfrm>
        </p:grpSpPr>
        <p:sp>
          <p:nvSpPr>
            <p:cNvPr id="237" name="Parallelogram 236">
              <a:extLst>
                <a:ext uri="{FF2B5EF4-FFF2-40B4-BE49-F238E27FC236}">
                  <a16:creationId xmlns:a16="http://schemas.microsoft.com/office/drawing/2014/main" id="{A8DF31FE-2F84-EF76-9F85-CD52F3C5BC5A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5BF755C6-27AB-A3A2-AB6D-B5F039963925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39" name="Parallelogram 238">
              <a:extLst>
                <a:ext uri="{FF2B5EF4-FFF2-40B4-BE49-F238E27FC236}">
                  <a16:creationId xmlns:a16="http://schemas.microsoft.com/office/drawing/2014/main" id="{32780B51-0BA2-FE4D-D415-322D4BA98F68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CA9933B2-8511-C952-04CE-62F073ECB8BB}"/>
              </a:ext>
            </a:extLst>
          </p:cNvPr>
          <p:cNvGrpSpPr/>
          <p:nvPr/>
        </p:nvGrpSpPr>
        <p:grpSpPr>
          <a:xfrm>
            <a:off x="13655047" y="2703418"/>
            <a:ext cx="1796874" cy="669947"/>
            <a:chOff x="3807068" y="1521069"/>
            <a:chExt cx="1131937" cy="422032"/>
          </a:xfrm>
        </p:grpSpPr>
        <p:sp>
          <p:nvSpPr>
            <p:cNvPr id="241" name="Parallelogram 240">
              <a:extLst>
                <a:ext uri="{FF2B5EF4-FFF2-40B4-BE49-F238E27FC236}">
                  <a16:creationId xmlns:a16="http://schemas.microsoft.com/office/drawing/2014/main" id="{A62AC69D-5B8C-DC7C-0234-29DDD367D62B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87192B9B-2C35-16A7-E4DB-A6B4C10FD089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43" name="Parallelogram 242">
              <a:extLst>
                <a:ext uri="{FF2B5EF4-FFF2-40B4-BE49-F238E27FC236}">
                  <a16:creationId xmlns:a16="http://schemas.microsoft.com/office/drawing/2014/main" id="{7E570F9B-8E60-2E64-9193-48D73D4EA6A9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3483B4DD-3C08-2B5B-AA60-154C3893EB3C}"/>
              </a:ext>
            </a:extLst>
          </p:cNvPr>
          <p:cNvGrpSpPr/>
          <p:nvPr/>
        </p:nvGrpSpPr>
        <p:grpSpPr>
          <a:xfrm>
            <a:off x="14320776" y="4386701"/>
            <a:ext cx="1796874" cy="669947"/>
            <a:chOff x="3807068" y="1521069"/>
            <a:chExt cx="1131937" cy="422032"/>
          </a:xfrm>
        </p:grpSpPr>
        <p:sp>
          <p:nvSpPr>
            <p:cNvPr id="245" name="Parallelogram 244">
              <a:extLst>
                <a:ext uri="{FF2B5EF4-FFF2-40B4-BE49-F238E27FC236}">
                  <a16:creationId xmlns:a16="http://schemas.microsoft.com/office/drawing/2014/main" id="{4B34C7C6-E8DD-57C2-0FCF-1CABA8324EEA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7FB95A20-102B-937F-BC07-5331DB5EE5E7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47" name="Parallelogram 246">
              <a:extLst>
                <a:ext uri="{FF2B5EF4-FFF2-40B4-BE49-F238E27FC236}">
                  <a16:creationId xmlns:a16="http://schemas.microsoft.com/office/drawing/2014/main" id="{FFAE82F8-73D5-8DA1-4CEE-7F12C8140F95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BBDE36C0-6172-37BF-F113-DB90D4F41549}"/>
              </a:ext>
            </a:extLst>
          </p:cNvPr>
          <p:cNvGrpSpPr/>
          <p:nvPr/>
        </p:nvGrpSpPr>
        <p:grpSpPr>
          <a:xfrm>
            <a:off x="14320776" y="4048922"/>
            <a:ext cx="1796874" cy="669947"/>
            <a:chOff x="3807068" y="1521069"/>
            <a:chExt cx="1131937" cy="422032"/>
          </a:xfrm>
        </p:grpSpPr>
        <p:sp>
          <p:nvSpPr>
            <p:cNvPr id="249" name="Parallelogram 248">
              <a:extLst>
                <a:ext uri="{FF2B5EF4-FFF2-40B4-BE49-F238E27FC236}">
                  <a16:creationId xmlns:a16="http://schemas.microsoft.com/office/drawing/2014/main" id="{F617F39D-89B4-ABD0-4EA1-CC2763187656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EE759629-C089-B6F3-250F-5AB44ECA5668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51" name="Parallelogram 250">
              <a:extLst>
                <a:ext uri="{FF2B5EF4-FFF2-40B4-BE49-F238E27FC236}">
                  <a16:creationId xmlns:a16="http://schemas.microsoft.com/office/drawing/2014/main" id="{A440D9E2-53D5-18E5-CC13-92A1198EB3E9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C5A5428F-8741-B81A-9248-DD2AD9192A62}"/>
              </a:ext>
            </a:extLst>
          </p:cNvPr>
          <p:cNvGrpSpPr/>
          <p:nvPr/>
        </p:nvGrpSpPr>
        <p:grpSpPr>
          <a:xfrm>
            <a:off x="14320776" y="3711144"/>
            <a:ext cx="1796874" cy="669947"/>
            <a:chOff x="3807068" y="1521069"/>
            <a:chExt cx="1131937" cy="422032"/>
          </a:xfrm>
        </p:grpSpPr>
        <p:sp>
          <p:nvSpPr>
            <p:cNvPr id="253" name="Parallelogram 252">
              <a:extLst>
                <a:ext uri="{FF2B5EF4-FFF2-40B4-BE49-F238E27FC236}">
                  <a16:creationId xmlns:a16="http://schemas.microsoft.com/office/drawing/2014/main" id="{B0756D4C-EDEE-E3BF-24D0-F3E6A9A19858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60F5420F-12C4-2965-5DE5-F84ED1CDC031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55" name="Parallelogram 254">
              <a:extLst>
                <a:ext uri="{FF2B5EF4-FFF2-40B4-BE49-F238E27FC236}">
                  <a16:creationId xmlns:a16="http://schemas.microsoft.com/office/drawing/2014/main" id="{4FB89D7B-46B5-4FBB-554E-C6E301629DE6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56" name="Group 255">
            <a:extLst>
              <a:ext uri="{FF2B5EF4-FFF2-40B4-BE49-F238E27FC236}">
                <a16:creationId xmlns:a16="http://schemas.microsoft.com/office/drawing/2014/main" id="{A979480B-0E80-BD9E-D06A-14E1DFBBDC50}"/>
              </a:ext>
            </a:extLst>
          </p:cNvPr>
          <p:cNvGrpSpPr/>
          <p:nvPr/>
        </p:nvGrpSpPr>
        <p:grpSpPr>
          <a:xfrm>
            <a:off x="14320776" y="3373365"/>
            <a:ext cx="1796874" cy="669947"/>
            <a:chOff x="3807068" y="1521069"/>
            <a:chExt cx="1131937" cy="422032"/>
          </a:xfrm>
        </p:grpSpPr>
        <p:sp>
          <p:nvSpPr>
            <p:cNvPr id="257" name="Parallelogram 256">
              <a:extLst>
                <a:ext uri="{FF2B5EF4-FFF2-40B4-BE49-F238E27FC236}">
                  <a16:creationId xmlns:a16="http://schemas.microsoft.com/office/drawing/2014/main" id="{436374E5-33D3-E659-B8BF-B9E000FBC605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C5EBFAD1-1DEE-7998-70B9-EE45E0F3EBCD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59" name="Parallelogram 258">
              <a:extLst>
                <a:ext uri="{FF2B5EF4-FFF2-40B4-BE49-F238E27FC236}">
                  <a16:creationId xmlns:a16="http://schemas.microsoft.com/office/drawing/2014/main" id="{D8F9F386-3269-D14A-CC95-56E1EC8FBA5B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60" name="Group 259">
            <a:extLst>
              <a:ext uri="{FF2B5EF4-FFF2-40B4-BE49-F238E27FC236}">
                <a16:creationId xmlns:a16="http://schemas.microsoft.com/office/drawing/2014/main" id="{EAE726EF-F627-261E-6775-61770C84FD33}"/>
              </a:ext>
            </a:extLst>
          </p:cNvPr>
          <p:cNvGrpSpPr/>
          <p:nvPr/>
        </p:nvGrpSpPr>
        <p:grpSpPr>
          <a:xfrm>
            <a:off x="14320776" y="3035586"/>
            <a:ext cx="1796874" cy="669947"/>
            <a:chOff x="3807068" y="1521069"/>
            <a:chExt cx="1131937" cy="422032"/>
          </a:xfrm>
        </p:grpSpPr>
        <p:sp>
          <p:nvSpPr>
            <p:cNvPr id="261" name="Parallelogram 260">
              <a:extLst>
                <a:ext uri="{FF2B5EF4-FFF2-40B4-BE49-F238E27FC236}">
                  <a16:creationId xmlns:a16="http://schemas.microsoft.com/office/drawing/2014/main" id="{1C71FF67-7F13-C806-B1C4-448C38671B05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E0C50E08-C93D-78CA-1C8F-00D724E17865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63" name="Parallelogram 262">
              <a:extLst>
                <a:ext uri="{FF2B5EF4-FFF2-40B4-BE49-F238E27FC236}">
                  <a16:creationId xmlns:a16="http://schemas.microsoft.com/office/drawing/2014/main" id="{191DD9B9-B4BF-7A88-57B6-C5FFFFB3C58D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64" name="Group 263">
            <a:extLst>
              <a:ext uri="{FF2B5EF4-FFF2-40B4-BE49-F238E27FC236}">
                <a16:creationId xmlns:a16="http://schemas.microsoft.com/office/drawing/2014/main" id="{203FEB3E-4DA6-AABD-54F7-1494066029D1}"/>
              </a:ext>
            </a:extLst>
          </p:cNvPr>
          <p:cNvGrpSpPr/>
          <p:nvPr/>
        </p:nvGrpSpPr>
        <p:grpSpPr>
          <a:xfrm>
            <a:off x="15466508" y="4386701"/>
            <a:ext cx="1796874" cy="669947"/>
            <a:chOff x="3807068" y="1521069"/>
            <a:chExt cx="1131937" cy="422032"/>
          </a:xfrm>
        </p:grpSpPr>
        <p:sp>
          <p:nvSpPr>
            <p:cNvPr id="265" name="Parallelogram 264">
              <a:extLst>
                <a:ext uri="{FF2B5EF4-FFF2-40B4-BE49-F238E27FC236}">
                  <a16:creationId xmlns:a16="http://schemas.microsoft.com/office/drawing/2014/main" id="{B9E50FD7-1C09-93B5-350A-062D606A7AF9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0C67DF88-7722-F8F2-FA48-F5DB50693893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67" name="Parallelogram 266">
              <a:extLst>
                <a:ext uri="{FF2B5EF4-FFF2-40B4-BE49-F238E27FC236}">
                  <a16:creationId xmlns:a16="http://schemas.microsoft.com/office/drawing/2014/main" id="{49443519-7989-17F4-27E4-D9A209481357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F045B9F6-2738-067F-2143-7A312785C4D9}"/>
              </a:ext>
            </a:extLst>
          </p:cNvPr>
          <p:cNvGrpSpPr/>
          <p:nvPr/>
        </p:nvGrpSpPr>
        <p:grpSpPr>
          <a:xfrm>
            <a:off x="15466508" y="4048922"/>
            <a:ext cx="1796874" cy="669947"/>
            <a:chOff x="3807068" y="1521069"/>
            <a:chExt cx="1131937" cy="422032"/>
          </a:xfrm>
        </p:grpSpPr>
        <p:sp>
          <p:nvSpPr>
            <p:cNvPr id="269" name="Parallelogram 268">
              <a:extLst>
                <a:ext uri="{FF2B5EF4-FFF2-40B4-BE49-F238E27FC236}">
                  <a16:creationId xmlns:a16="http://schemas.microsoft.com/office/drawing/2014/main" id="{1EBB5BB7-5CBF-390A-7680-B9F2042AA781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0ED90C3B-0B8D-FC11-6AAF-A31320DC9EBD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71" name="Parallelogram 270">
              <a:extLst>
                <a:ext uri="{FF2B5EF4-FFF2-40B4-BE49-F238E27FC236}">
                  <a16:creationId xmlns:a16="http://schemas.microsoft.com/office/drawing/2014/main" id="{C3F9CB8E-C091-0C7E-C847-ABB86E1CBCD7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BA09F5D4-6188-53D2-802A-9ECC21CDD410}"/>
              </a:ext>
            </a:extLst>
          </p:cNvPr>
          <p:cNvGrpSpPr/>
          <p:nvPr/>
        </p:nvGrpSpPr>
        <p:grpSpPr>
          <a:xfrm>
            <a:off x="15466508" y="3711144"/>
            <a:ext cx="1796874" cy="669947"/>
            <a:chOff x="3807068" y="1521069"/>
            <a:chExt cx="1131937" cy="422032"/>
          </a:xfrm>
        </p:grpSpPr>
        <p:sp>
          <p:nvSpPr>
            <p:cNvPr id="273" name="Parallelogram 272">
              <a:extLst>
                <a:ext uri="{FF2B5EF4-FFF2-40B4-BE49-F238E27FC236}">
                  <a16:creationId xmlns:a16="http://schemas.microsoft.com/office/drawing/2014/main" id="{909A091B-AB0A-1984-51DA-E1A03C0EC248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09BC37FB-A6D3-E64F-9C48-1CED405EB99F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75" name="Parallelogram 274">
              <a:extLst>
                <a:ext uri="{FF2B5EF4-FFF2-40B4-BE49-F238E27FC236}">
                  <a16:creationId xmlns:a16="http://schemas.microsoft.com/office/drawing/2014/main" id="{A9EA3EB0-0CE9-97D3-605F-60CDCB10DB10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7E5D9501-8324-973A-76CC-BBA27D5A9A06}"/>
              </a:ext>
            </a:extLst>
          </p:cNvPr>
          <p:cNvGrpSpPr/>
          <p:nvPr/>
        </p:nvGrpSpPr>
        <p:grpSpPr>
          <a:xfrm>
            <a:off x="15466508" y="3373365"/>
            <a:ext cx="1796874" cy="669947"/>
            <a:chOff x="3807068" y="1521069"/>
            <a:chExt cx="1131937" cy="422032"/>
          </a:xfrm>
        </p:grpSpPr>
        <p:sp>
          <p:nvSpPr>
            <p:cNvPr id="277" name="Parallelogram 276">
              <a:extLst>
                <a:ext uri="{FF2B5EF4-FFF2-40B4-BE49-F238E27FC236}">
                  <a16:creationId xmlns:a16="http://schemas.microsoft.com/office/drawing/2014/main" id="{D5138C8C-9BCC-0E26-BE46-8E7A66DD6AEF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78" name="Rectangle 277">
              <a:extLst>
                <a:ext uri="{FF2B5EF4-FFF2-40B4-BE49-F238E27FC236}">
                  <a16:creationId xmlns:a16="http://schemas.microsoft.com/office/drawing/2014/main" id="{3C4CFFA5-F8F4-89B9-4622-CADC4F1D7936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79" name="Parallelogram 278">
              <a:extLst>
                <a:ext uri="{FF2B5EF4-FFF2-40B4-BE49-F238E27FC236}">
                  <a16:creationId xmlns:a16="http://schemas.microsoft.com/office/drawing/2014/main" id="{FDA83E1E-BFC0-018D-2AFF-FB77A26C9532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0BCCE78C-5303-5DC5-48BD-192672EB5585}"/>
              </a:ext>
            </a:extLst>
          </p:cNvPr>
          <p:cNvGrpSpPr/>
          <p:nvPr/>
        </p:nvGrpSpPr>
        <p:grpSpPr>
          <a:xfrm>
            <a:off x="15466508" y="3035586"/>
            <a:ext cx="1796874" cy="669947"/>
            <a:chOff x="3807068" y="1521069"/>
            <a:chExt cx="1131937" cy="422032"/>
          </a:xfrm>
        </p:grpSpPr>
        <p:sp>
          <p:nvSpPr>
            <p:cNvPr id="281" name="Parallelogram 280">
              <a:extLst>
                <a:ext uri="{FF2B5EF4-FFF2-40B4-BE49-F238E27FC236}">
                  <a16:creationId xmlns:a16="http://schemas.microsoft.com/office/drawing/2014/main" id="{4F07B9B3-F509-5FA1-230F-9A3B8BF66C7C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53A06F02-1D52-8E9F-5B33-119513C4AB88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83" name="Parallelogram 282">
              <a:extLst>
                <a:ext uri="{FF2B5EF4-FFF2-40B4-BE49-F238E27FC236}">
                  <a16:creationId xmlns:a16="http://schemas.microsoft.com/office/drawing/2014/main" id="{E181E33E-EE0E-45B3-0531-C30BB1EE89E8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84" name="Group 283">
            <a:extLst>
              <a:ext uri="{FF2B5EF4-FFF2-40B4-BE49-F238E27FC236}">
                <a16:creationId xmlns:a16="http://schemas.microsoft.com/office/drawing/2014/main" id="{16C67FCA-AA2C-865D-B49A-4478C11CACAA}"/>
              </a:ext>
            </a:extLst>
          </p:cNvPr>
          <p:cNvGrpSpPr/>
          <p:nvPr/>
        </p:nvGrpSpPr>
        <p:grpSpPr>
          <a:xfrm>
            <a:off x="13842751" y="4724480"/>
            <a:ext cx="1796874" cy="669947"/>
            <a:chOff x="3807068" y="1521069"/>
            <a:chExt cx="1131937" cy="422032"/>
          </a:xfrm>
        </p:grpSpPr>
        <p:sp>
          <p:nvSpPr>
            <p:cNvPr id="285" name="Parallelogram 284">
              <a:extLst>
                <a:ext uri="{FF2B5EF4-FFF2-40B4-BE49-F238E27FC236}">
                  <a16:creationId xmlns:a16="http://schemas.microsoft.com/office/drawing/2014/main" id="{2B5D9690-6CC1-EA8D-EE09-AD11260EA02E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9DB5903E-75B4-73DE-8766-F8756F52DB22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87" name="Parallelogram 286">
              <a:extLst>
                <a:ext uri="{FF2B5EF4-FFF2-40B4-BE49-F238E27FC236}">
                  <a16:creationId xmlns:a16="http://schemas.microsoft.com/office/drawing/2014/main" id="{2358FAEE-DB56-8669-BBF2-F2E6400B4560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6E0788F6-8024-A4D6-6241-521B5655CC6E}"/>
              </a:ext>
            </a:extLst>
          </p:cNvPr>
          <p:cNvGrpSpPr/>
          <p:nvPr/>
        </p:nvGrpSpPr>
        <p:grpSpPr>
          <a:xfrm>
            <a:off x="13842751" y="4386701"/>
            <a:ext cx="1796874" cy="669947"/>
            <a:chOff x="3807068" y="1521069"/>
            <a:chExt cx="1131937" cy="422032"/>
          </a:xfrm>
        </p:grpSpPr>
        <p:sp>
          <p:nvSpPr>
            <p:cNvPr id="289" name="Parallelogram 288">
              <a:extLst>
                <a:ext uri="{FF2B5EF4-FFF2-40B4-BE49-F238E27FC236}">
                  <a16:creationId xmlns:a16="http://schemas.microsoft.com/office/drawing/2014/main" id="{39B7D30B-A4EB-E947-27AB-AAD018D57E2D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3B255C93-2121-9468-128F-4B1123A66B56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91" name="Parallelogram 290">
              <a:extLst>
                <a:ext uri="{FF2B5EF4-FFF2-40B4-BE49-F238E27FC236}">
                  <a16:creationId xmlns:a16="http://schemas.microsoft.com/office/drawing/2014/main" id="{1924603C-94EC-E63A-57C5-7B5B95284DB1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189362B9-4E56-A5A5-034A-C7416DE13922}"/>
              </a:ext>
            </a:extLst>
          </p:cNvPr>
          <p:cNvGrpSpPr/>
          <p:nvPr/>
        </p:nvGrpSpPr>
        <p:grpSpPr>
          <a:xfrm>
            <a:off x="13842751" y="4048922"/>
            <a:ext cx="1796874" cy="669947"/>
            <a:chOff x="3807068" y="1521069"/>
            <a:chExt cx="1131937" cy="422032"/>
          </a:xfrm>
        </p:grpSpPr>
        <p:sp>
          <p:nvSpPr>
            <p:cNvPr id="293" name="Parallelogram 292">
              <a:extLst>
                <a:ext uri="{FF2B5EF4-FFF2-40B4-BE49-F238E27FC236}">
                  <a16:creationId xmlns:a16="http://schemas.microsoft.com/office/drawing/2014/main" id="{B174E0B4-13A4-15C5-9745-BD892971CA32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AE75D3F8-649C-D0F7-CB02-827C19A7AC6C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95" name="Parallelogram 294">
              <a:extLst>
                <a:ext uri="{FF2B5EF4-FFF2-40B4-BE49-F238E27FC236}">
                  <a16:creationId xmlns:a16="http://schemas.microsoft.com/office/drawing/2014/main" id="{85D1CDD2-9295-4AF4-F852-7450A3E40E5A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94AAF2F5-1E2B-F549-421B-FD0F10D52C1A}"/>
              </a:ext>
            </a:extLst>
          </p:cNvPr>
          <p:cNvGrpSpPr/>
          <p:nvPr/>
        </p:nvGrpSpPr>
        <p:grpSpPr>
          <a:xfrm>
            <a:off x="13842751" y="3711144"/>
            <a:ext cx="1796874" cy="669947"/>
            <a:chOff x="3807068" y="1521069"/>
            <a:chExt cx="1131937" cy="422032"/>
          </a:xfrm>
        </p:grpSpPr>
        <p:sp>
          <p:nvSpPr>
            <p:cNvPr id="297" name="Parallelogram 296">
              <a:extLst>
                <a:ext uri="{FF2B5EF4-FFF2-40B4-BE49-F238E27FC236}">
                  <a16:creationId xmlns:a16="http://schemas.microsoft.com/office/drawing/2014/main" id="{86832876-3D08-7B14-6A36-3E4144A0C876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301258B4-6833-5FD4-659D-1071FEF42972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299" name="Parallelogram 298">
              <a:extLst>
                <a:ext uri="{FF2B5EF4-FFF2-40B4-BE49-F238E27FC236}">
                  <a16:creationId xmlns:a16="http://schemas.microsoft.com/office/drawing/2014/main" id="{5E572724-0029-7147-2403-5CE0DC79CBAB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ED6CAD87-E68C-AE5E-53EE-50DDBC150206}"/>
              </a:ext>
            </a:extLst>
          </p:cNvPr>
          <p:cNvGrpSpPr/>
          <p:nvPr/>
        </p:nvGrpSpPr>
        <p:grpSpPr>
          <a:xfrm>
            <a:off x="13842751" y="3373365"/>
            <a:ext cx="1796874" cy="669947"/>
            <a:chOff x="3807068" y="1521069"/>
            <a:chExt cx="1131937" cy="422032"/>
          </a:xfrm>
        </p:grpSpPr>
        <p:sp>
          <p:nvSpPr>
            <p:cNvPr id="301" name="Parallelogram 300">
              <a:extLst>
                <a:ext uri="{FF2B5EF4-FFF2-40B4-BE49-F238E27FC236}">
                  <a16:creationId xmlns:a16="http://schemas.microsoft.com/office/drawing/2014/main" id="{8BF76310-B2FC-EB6C-E886-C6DA81A3A4D5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6C18D0AD-92E6-8464-E5C2-39A7C85FA37A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03" name="Parallelogram 302">
              <a:extLst>
                <a:ext uri="{FF2B5EF4-FFF2-40B4-BE49-F238E27FC236}">
                  <a16:creationId xmlns:a16="http://schemas.microsoft.com/office/drawing/2014/main" id="{B73B2EBB-EA26-BCFE-EAED-350776ED9AAB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713B27B0-6E47-7169-A7DC-70EF10A4FBAC}"/>
              </a:ext>
            </a:extLst>
          </p:cNvPr>
          <p:cNvGrpSpPr/>
          <p:nvPr/>
        </p:nvGrpSpPr>
        <p:grpSpPr>
          <a:xfrm>
            <a:off x="14988482" y="4724480"/>
            <a:ext cx="1796874" cy="669947"/>
            <a:chOff x="3807068" y="1521069"/>
            <a:chExt cx="1131937" cy="422032"/>
          </a:xfrm>
        </p:grpSpPr>
        <p:sp>
          <p:nvSpPr>
            <p:cNvPr id="305" name="Parallelogram 304">
              <a:extLst>
                <a:ext uri="{FF2B5EF4-FFF2-40B4-BE49-F238E27FC236}">
                  <a16:creationId xmlns:a16="http://schemas.microsoft.com/office/drawing/2014/main" id="{F0CCF5F8-12B5-EE49-FC3B-5720502294AE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3EA68AE2-DF12-2754-DDCC-165DCC1A9ED9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07" name="Parallelogram 306">
              <a:extLst>
                <a:ext uri="{FF2B5EF4-FFF2-40B4-BE49-F238E27FC236}">
                  <a16:creationId xmlns:a16="http://schemas.microsoft.com/office/drawing/2014/main" id="{C652A1EE-D9C8-9424-6178-8489D1E96C81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A65C7B90-0D97-1C87-6AAF-7592570ACFC7}"/>
              </a:ext>
            </a:extLst>
          </p:cNvPr>
          <p:cNvGrpSpPr/>
          <p:nvPr/>
        </p:nvGrpSpPr>
        <p:grpSpPr>
          <a:xfrm>
            <a:off x="14988482" y="4386701"/>
            <a:ext cx="1796874" cy="669947"/>
            <a:chOff x="3807068" y="1521069"/>
            <a:chExt cx="1131937" cy="422032"/>
          </a:xfrm>
        </p:grpSpPr>
        <p:sp>
          <p:nvSpPr>
            <p:cNvPr id="309" name="Parallelogram 308">
              <a:extLst>
                <a:ext uri="{FF2B5EF4-FFF2-40B4-BE49-F238E27FC236}">
                  <a16:creationId xmlns:a16="http://schemas.microsoft.com/office/drawing/2014/main" id="{C52F2647-B217-1541-E045-00F9E8B8851F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921CD2DC-7FC4-C359-8F72-1449CF4A83BB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11" name="Parallelogram 310">
              <a:extLst>
                <a:ext uri="{FF2B5EF4-FFF2-40B4-BE49-F238E27FC236}">
                  <a16:creationId xmlns:a16="http://schemas.microsoft.com/office/drawing/2014/main" id="{3E235981-FAC3-7BE7-ED9B-7BE243EB9ADF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BF48C659-52F0-6F04-0704-60633F38E792}"/>
              </a:ext>
            </a:extLst>
          </p:cNvPr>
          <p:cNvGrpSpPr/>
          <p:nvPr/>
        </p:nvGrpSpPr>
        <p:grpSpPr>
          <a:xfrm>
            <a:off x="14988482" y="4048922"/>
            <a:ext cx="1796874" cy="669947"/>
            <a:chOff x="3807068" y="1521069"/>
            <a:chExt cx="1131937" cy="422032"/>
          </a:xfrm>
        </p:grpSpPr>
        <p:sp>
          <p:nvSpPr>
            <p:cNvPr id="313" name="Parallelogram 312">
              <a:extLst>
                <a:ext uri="{FF2B5EF4-FFF2-40B4-BE49-F238E27FC236}">
                  <a16:creationId xmlns:a16="http://schemas.microsoft.com/office/drawing/2014/main" id="{E49B9922-ECF9-0C4A-BAA7-A76FD7C40D9B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14" name="Rectangle 313">
              <a:extLst>
                <a:ext uri="{FF2B5EF4-FFF2-40B4-BE49-F238E27FC236}">
                  <a16:creationId xmlns:a16="http://schemas.microsoft.com/office/drawing/2014/main" id="{E522CC48-457F-29F2-64EA-4837F4C4F9A8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15" name="Parallelogram 314">
              <a:extLst>
                <a:ext uri="{FF2B5EF4-FFF2-40B4-BE49-F238E27FC236}">
                  <a16:creationId xmlns:a16="http://schemas.microsoft.com/office/drawing/2014/main" id="{DE9954CE-3E79-90E8-A72B-5CB37F9D4480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16" name="Group 315">
            <a:extLst>
              <a:ext uri="{FF2B5EF4-FFF2-40B4-BE49-F238E27FC236}">
                <a16:creationId xmlns:a16="http://schemas.microsoft.com/office/drawing/2014/main" id="{216C2AB4-CE48-6E28-5D71-2DB93A4A0093}"/>
              </a:ext>
            </a:extLst>
          </p:cNvPr>
          <p:cNvGrpSpPr/>
          <p:nvPr/>
        </p:nvGrpSpPr>
        <p:grpSpPr>
          <a:xfrm>
            <a:off x="14988482" y="3711144"/>
            <a:ext cx="1796874" cy="669947"/>
            <a:chOff x="3807068" y="1521069"/>
            <a:chExt cx="1131937" cy="422032"/>
          </a:xfrm>
        </p:grpSpPr>
        <p:sp>
          <p:nvSpPr>
            <p:cNvPr id="317" name="Parallelogram 316">
              <a:extLst>
                <a:ext uri="{FF2B5EF4-FFF2-40B4-BE49-F238E27FC236}">
                  <a16:creationId xmlns:a16="http://schemas.microsoft.com/office/drawing/2014/main" id="{65F9B848-2640-89B4-399D-2348F6417D68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18" name="Rectangle 317">
              <a:extLst>
                <a:ext uri="{FF2B5EF4-FFF2-40B4-BE49-F238E27FC236}">
                  <a16:creationId xmlns:a16="http://schemas.microsoft.com/office/drawing/2014/main" id="{02964BDC-BB9F-6FFD-4D96-3A1170631061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19" name="Parallelogram 318">
              <a:extLst>
                <a:ext uri="{FF2B5EF4-FFF2-40B4-BE49-F238E27FC236}">
                  <a16:creationId xmlns:a16="http://schemas.microsoft.com/office/drawing/2014/main" id="{73CD0673-A178-0605-E071-407CB7B23ADA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2130F08D-D723-A73C-F88E-652357914AB6}"/>
              </a:ext>
            </a:extLst>
          </p:cNvPr>
          <p:cNvGrpSpPr/>
          <p:nvPr/>
        </p:nvGrpSpPr>
        <p:grpSpPr>
          <a:xfrm>
            <a:off x="14988482" y="3373365"/>
            <a:ext cx="1796874" cy="669947"/>
            <a:chOff x="3807068" y="1521069"/>
            <a:chExt cx="1131937" cy="422032"/>
          </a:xfrm>
        </p:grpSpPr>
        <p:sp>
          <p:nvSpPr>
            <p:cNvPr id="321" name="Parallelogram 320">
              <a:extLst>
                <a:ext uri="{FF2B5EF4-FFF2-40B4-BE49-F238E27FC236}">
                  <a16:creationId xmlns:a16="http://schemas.microsoft.com/office/drawing/2014/main" id="{A4383227-D5E6-62AA-81E6-6F01047CBFFC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A5E5ECC4-3ECC-078E-5DA0-FF2EAB5C12B6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23" name="Parallelogram 322">
              <a:extLst>
                <a:ext uri="{FF2B5EF4-FFF2-40B4-BE49-F238E27FC236}">
                  <a16:creationId xmlns:a16="http://schemas.microsoft.com/office/drawing/2014/main" id="{095578C6-ABCE-401C-8DCC-CF3E4EFB58FB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24" name="Group 323">
            <a:extLst>
              <a:ext uri="{FF2B5EF4-FFF2-40B4-BE49-F238E27FC236}">
                <a16:creationId xmlns:a16="http://schemas.microsoft.com/office/drawing/2014/main" id="{FCF7A514-BC22-20DD-C1DC-E987B315981A}"/>
              </a:ext>
            </a:extLst>
          </p:cNvPr>
          <p:cNvGrpSpPr/>
          <p:nvPr/>
        </p:nvGrpSpPr>
        <p:grpSpPr>
          <a:xfrm>
            <a:off x="12045879" y="4386701"/>
            <a:ext cx="1796874" cy="669947"/>
            <a:chOff x="3807068" y="1521069"/>
            <a:chExt cx="1131937" cy="422032"/>
          </a:xfrm>
        </p:grpSpPr>
        <p:sp>
          <p:nvSpPr>
            <p:cNvPr id="325" name="Parallelogram 324">
              <a:extLst>
                <a:ext uri="{FF2B5EF4-FFF2-40B4-BE49-F238E27FC236}">
                  <a16:creationId xmlns:a16="http://schemas.microsoft.com/office/drawing/2014/main" id="{B8E7AD44-DB20-E94B-346C-2A986F8B4026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26" name="Rectangle 325">
              <a:extLst>
                <a:ext uri="{FF2B5EF4-FFF2-40B4-BE49-F238E27FC236}">
                  <a16:creationId xmlns:a16="http://schemas.microsoft.com/office/drawing/2014/main" id="{511E2E39-65D1-2134-7D56-8C6CA9D0CFBF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27" name="Parallelogram 326">
              <a:extLst>
                <a:ext uri="{FF2B5EF4-FFF2-40B4-BE49-F238E27FC236}">
                  <a16:creationId xmlns:a16="http://schemas.microsoft.com/office/drawing/2014/main" id="{E1867BF4-5BFE-D955-4478-8586090170D9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B4E21E88-D7F0-9CDB-81C5-234CB759F3EE}"/>
              </a:ext>
            </a:extLst>
          </p:cNvPr>
          <p:cNvGrpSpPr/>
          <p:nvPr/>
        </p:nvGrpSpPr>
        <p:grpSpPr>
          <a:xfrm>
            <a:off x="12045879" y="4048922"/>
            <a:ext cx="1796874" cy="669947"/>
            <a:chOff x="3807068" y="1521069"/>
            <a:chExt cx="1131937" cy="422032"/>
          </a:xfrm>
        </p:grpSpPr>
        <p:sp>
          <p:nvSpPr>
            <p:cNvPr id="329" name="Parallelogram 328">
              <a:extLst>
                <a:ext uri="{FF2B5EF4-FFF2-40B4-BE49-F238E27FC236}">
                  <a16:creationId xmlns:a16="http://schemas.microsoft.com/office/drawing/2014/main" id="{39FF9EFD-D9A5-E2EB-8526-B6A0F1FE3E8A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30" name="Rectangle 329">
              <a:extLst>
                <a:ext uri="{FF2B5EF4-FFF2-40B4-BE49-F238E27FC236}">
                  <a16:creationId xmlns:a16="http://schemas.microsoft.com/office/drawing/2014/main" id="{57DC4400-D1EA-0D20-CEBF-97005CD7C32A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31" name="Parallelogram 330">
              <a:extLst>
                <a:ext uri="{FF2B5EF4-FFF2-40B4-BE49-F238E27FC236}">
                  <a16:creationId xmlns:a16="http://schemas.microsoft.com/office/drawing/2014/main" id="{AAFFE09A-DC6F-0523-0821-1FEC6C640F38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93C64D53-1D2F-D048-0AE4-02FC29DAD2CF}"/>
              </a:ext>
            </a:extLst>
          </p:cNvPr>
          <p:cNvGrpSpPr/>
          <p:nvPr/>
        </p:nvGrpSpPr>
        <p:grpSpPr>
          <a:xfrm>
            <a:off x="12045879" y="3711144"/>
            <a:ext cx="1796874" cy="669947"/>
            <a:chOff x="3807068" y="1521069"/>
            <a:chExt cx="1131937" cy="422032"/>
          </a:xfrm>
        </p:grpSpPr>
        <p:sp>
          <p:nvSpPr>
            <p:cNvPr id="333" name="Parallelogram 332">
              <a:extLst>
                <a:ext uri="{FF2B5EF4-FFF2-40B4-BE49-F238E27FC236}">
                  <a16:creationId xmlns:a16="http://schemas.microsoft.com/office/drawing/2014/main" id="{11A43830-0F01-BA1F-841C-FCAC3DDA7EC6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3306CB23-0422-BC6F-C272-6233A1C1D89D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35" name="Parallelogram 334">
              <a:extLst>
                <a:ext uri="{FF2B5EF4-FFF2-40B4-BE49-F238E27FC236}">
                  <a16:creationId xmlns:a16="http://schemas.microsoft.com/office/drawing/2014/main" id="{6FFE548F-99ED-B236-5854-30B94CBBC18D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36" name="Group 335">
            <a:extLst>
              <a:ext uri="{FF2B5EF4-FFF2-40B4-BE49-F238E27FC236}">
                <a16:creationId xmlns:a16="http://schemas.microsoft.com/office/drawing/2014/main" id="{0DD95DEA-D5DF-E1BD-1C4B-EDB7A6D63E15}"/>
              </a:ext>
            </a:extLst>
          </p:cNvPr>
          <p:cNvGrpSpPr/>
          <p:nvPr/>
        </p:nvGrpSpPr>
        <p:grpSpPr>
          <a:xfrm>
            <a:off x="12045879" y="3373365"/>
            <a:ext cx="1796874" cy="669947"/>
            <a:chOff x="3807068" y="1521069"/>
            <a:chExt cx="1131937" cy="422032"/>
          </a:xfrm>
        </p:grpSpPr>
        <p:sp>
          <p:nvSpPr>
            <p:cNvPr id="337" name="Parallelogram 336">
              <a:extLst>
                <a:ext uri="{FF2B5EF4-FFF2-40B4-BE49-F238E27FC236}">
                  <a16:creationId xmlns:a16="http://schemas.microsoft.com/office/drawing/2014/main" id="{B758CEA2-F967-1496-5C10-D49F3A29D13E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38" name="Rectangle 337">
              <a:extLst>
                <a:ext uri="{FF2B5EF4-FFF2-40B4-BE49-F238E27FC236}">
                  <a16:creationId xmlns:a16="http://schemas.microsoft.com/office/drawing/2014/main" id="{452E835E-D439-A6F8-C313-F50A8348BA30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39" name="Parallelogram 338">
              <a:extLst>
                <a:ext uri="{FF2B5EF4-FFF2-40B4-BE49-F238E27FC236}">
                  <a16:creationId xmlns:a16="http://schemas.microsoft.com/office/drawing/2014/main" id="{D8A0EA41-4D57-F376-3A02-B1B336C659E5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7596EBBD-1377-AF9F-7BFA-E7D4D60B992E}"/>
              </a:ext>
            </a:extLst>
          </p:cNvPr>
          <p:cNvGrpSpPr/>
          <p:nvPr/>
        </p:nvGrpSpPr>
        <p:grpSpPr>
          <a:xfrm>
            <a:off x="12045879" y="3035586"/>
            <a:ext cx="1796874" cy="669947"/>
            <a:chOff x="3807068" y="1521069"/>
            <a:chExt cx="1131937" cy="422032"/>
          </a:xfrm>
        </p:grpSpPr>
        <p:sp>
          <p:nvSpPr>
            <p:cNvPr id="341" name="Parallelogram 340">
              <a:extLst>
                <a:ext uri="{FF2B5EF4-FFF2-40B4-BE49-F238E27FC236}">
                  <a16:creationId xmlns:a16="http://schemas.microsoft.com/office/drawing/2014/main" id="{FD59E793-AF5B-C572-CD42-E678D776330D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42" name="Rectangle 341">
              <a:extLst>
                <a:ext uri="{FF2B5EF4-FFF2-40B4-BE49-F238E27FC236}">
                  <a16:creationId xmlns:a16="http://schemas.microsoft.com/office/drawing/2014/main" id="{C4F33E5D-45A0-72E8-E381-8B0D703DE600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43" name="Parallelogram 342">
              <a:extLst>
                <a:ext uri="{FF2B5EF4-FFF2-40B4-BE49-F238E27FC236}">
                  <a16:creationId xmlns:a16="http://schemas.microsoft.com/office/drawing/2014/main" id="{53943C17-96D0-D2CB-1473-F463B60DA8D8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44" name="Group 343">
            <a:extLst>
              <a:ext uri="{FF2B5EF4-FFF2-40B4-BE49-F238E27FC236}">
                <a16:creationId xmlns:a16="http://schemas.microsoft.com/office/drawing/2014/main" id="{19A899C4-34AF-24A7-F829-109F033235A7}"/>
              </a:ext>
            </a:extLst>
          </p:cNvPr>
          <p:cNvGrpSpPr/>
          <p:nvPr/>
        </p:nvGrpSpPr>
        <p:grpSpPr>
          <a:xfrm>
            <a:off x="13191610" y="4386701"/>
            <a:ext cx="1796874" cy="669947"/>
            <a:chOff x="3807068" y="1521069"/>
            <a:chExt cx="1131937" cy="422032"/>
          </a:xfrm>
        </p:grpSpPr>
        <p:sp>
          <p:nvSpPr>
            <p:cNvPr id="345" name="Parallelogram 344">
              <a:extLst>
                <a:ext uri="{FF2B5EF4-FFF2-40B4-BE49-F238E27FC236}">
                  <a16:creationId xmlns:a16="http://schemas.microsoft.com/office/drawing/2014/main" id="{C9DF212D-5819-DD1A-CF88-D46C0C85C453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C118CE0B-4511-1580-A4A2-57529424B67C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47" name="Parallelogram 346">
              <a:extLst>
                <a:ext uri="{FF2B5EF4-FFF2-40B4-BE49-F238E27FC236}">
                  <a16:creationId xmlns:a16="http://schemas.microsoft.com/office/drawing/2014/main" id="{4D78CA57-FC79-073B-6B0B-77165D79487A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B078DBD2-5EB3-1CF7-9F11-0ED0066A95B8}"/>
              </a:ext>
            </a:extLst>
          </p:cNvPr>
          <p:cNvGrpSpPr/>
          <p:nvPr/>
        </p:nvGrpSpPr>
        <p:grpSpPr>
          <a:xfrm>
            <a:off x="13191610" y="4048922"/>
            <a:ext cx="1796874" cy="669947"/>
            <a:chOff x="3807068" y="1521069"/>
            <a:chExt cx="1131937" cy="422032"/>
          </a:xfrm>
        </p:grpSpPr>
        <p:sp>
          <p:nvSpPr>
            <p:cNvPr id="349" name="Parallelogram 348">
              <a:extLst>
                <a:ext uri="{FF2B5EF4-FFF2-40B4-BE49-F238E27FC236}">
                  <a16:creationId xmlns:a16="http://schemas.microsoft.com/office/drawing/2014/main" id="{57C42275-3EBD-DD81-9F3E-C635B23135C0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50" name="Rectangle 349">
              <a:extLst>
                <a:ext uri="{FF2B5EF4-FFF2-40B4-BE49-F238E27FC236}">
                  <a16:creationId xmlns:a16="http://schemas.microsoft.com/office/drawing/2014/main" id="{25CC6653-8EE5-634C-29A2-D8BB3D2A136E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51" name="Parallelogram 350">
              <a:extLst>
                <a:ext uri="{FF2B5EF4-FFF2-40B4-BE49-F238E27FC236}">
                  <a16:creationId xmlns:a16="http://schemas.microsoft.com/office/drawing/2014/main" id="{39F46E6E-F648-46A6-A5FF-36624372848E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FE03A871-889F-EC1E-9D49-2A84586057E3}"/>
              </a:ext>
            </a:extLst>
          </p:cNvPr>
          <p:cNvGrpSpPr/>
          <p:nvPr/>
        </p:nvGrpSpPr>
        <p:grpSpPr>
          <a:xfrm>
            <a:off x="13191610" y="3711144"/>
            <a:ext cx="1796874" cy="669947"/>
            <a:chOff x="3807068" y="1521069"/>
            <a:chExt cx="1131937" cy="422032"/>
          </a:xfrm>
        </p:grpSpPr>
        <p:sp>
          <p:nvSpPr>
            <p:cNvPr id="353" name="Parallelogram 352">
              <a:extLst>
                <a:ext uri="{FF2B5EF4-FFF2-40B4-BE49-F238E27FC236}">
                  <a16:creationId xmlns:a16="http://schemas.microsoft.com/office/drawing/2014/main" id="{17FF4688-2ADF-4B85-40E0-9AAF6FD7D597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54" name="Rectangle 353">
              <a:extLst>
                <a:ext uri="{FF2B5EF4-FFF2-40B4-BE49-F238E27FC236}">
                  <a16:creationId xmlns:a16="http://schemas.microsoft.com/office/drawing/2014/main" id="{A0EC3F45-C282-D4E2-4B81-52EB69A6CABC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55" name="Parallelogram 354">
              <a:extLst>
                <a:ext uri="{FF2B5EF4-FFF2-40B4-BE49-F238E27FC236}">
                  <a16:creationId xmlns:a16="http://schemas.microsoft.com/office/drawing/2014/main" id="{AD84C25C-A440-CCC3-2D9D-80272571044A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E339E0A6-94B5-D2C3-6BAB-23B7FD72EFCC}"/>
              </a:ext>
            </a:extLst>
          </p:cNvPr>
          <p:cNvGrpSpPr/>
          <p:nvPr/>
        </p:nvGrpSpPr>
        <p:grpSpPr>
          <a:xfrm>
            <a:off x="13191610" y="3373365"/>
            <a:ext cx="1796874" cy="669947"/>
            <a:chOff x="3807068" y="1521069"/>
            <a:chExt cx="1131937" cy="422032"/>
          </a:xfrm>
        </p:grpSpPr>
        <p:sp>
          <p:nvSpPr>
            <p:cNvPr id="357" name="Parallelogram 356">
              <a:extLst>
                <a:ext uri="{FF2B5EF4-FFF2-40B4-BE49-F238E27FC236}">
                  <a16:creationId xmlns:a16="http://schemas.microsoft.com/office/drawing/2014/main" id="{C40611CF-712A-35D9-E6F3-CAAB91A648AB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58" name="Rectangle 357">
              <a:extLst>
                <a:ext uri="{FF2B5EF4-FFF2-40B4-BE49-F238E27FC236}">
                  <a16:creationId xmlns:a16="http://schemas.microsoft.com/office/drawing/2014/main" id="{ADA434F1-1E8E-3229-AF1F-CA99BDE3D05D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59" name="Parallelogram 358">
              <a:extLst>
                <a:ext uri="{FF2B5EF4-FFF2-40B4-BE49-F238E27FC236}">
                  <a16:creationId xmlns:a16="http://schemas.microsoft.com/office/drawing/2014/main" id="{8880B132-0BC9-5C58-1051-C23A5443A24B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60" name="Group 359">
            <a:extLst>
              <a:ext uri="{FF2B5EF4-FFF2-40B4-BE49-F238E27FC236}">
                <a16:creationId xmlns:a16="http://schemas.microsoft.com/office/drawing/2014/main" id="{CC02F93E-A401-2678-D647-DDD89C0347C0}"/>
              </a:ext>
            </a:extLst>
          </p:cNvPr>
          <p:cNvGrpSpPr/>
          <p:nvPr/>
        </p:nvGrpSpPr>
        <p:grpSpPr>
          <a:xfrm>
            <a:off x="13191610" y="3035586"/>
            <a:ext cx="1796874" cy="669947"/>
            <a:chOff x="3807068" y="1521069"/>
            <a:chExt cx="1131937" cy="422032"/>
          </a:xfrm>
        </p:grpSpPr>
        <p:sp>
          <p:nvSpPr>
            <p:cNvPr id="361" name="Parallelogram 360">
              <a:extLst>
                <a:ext uri="{FF2B5EF4-FFF2-40B4-BE49-F238E27FC236}">
                  <a16:creationId xmlns:a16="http://schemas.microsoft.com/office/drawing/2014/main" id="{6E155FEB-739B-100B-3694-CDCD17CA2F67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62" name="Rectangle 361">
              <a:extLst>
                <a:ext uri="{FF2B5EF4-FFF2-40B4-BE49-F238E27FC236}">
                  <a16:creationId xmlns:a16="http://schemas.microsoft.com/office/drawing/2014/main" id="{BD718DAF-170C-D78E-0AE1-AD8F26DBB276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63" name="Parallelogram 362">
              <a:extLst>
                <a:ext uri="{FF2B5EF4-FFF2-40B4-BE49-F238E27FC236}">
                  <a16:creationId xmlns:a16="http://schemas.microsoft.com/office/drawing/2014/main" id="{09A74567-BDDC-F7E9-4C17-E0C5193F8220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64" name="Group 363">
            <a:extLst>
              <a:ext uri="{FF2B5EF4-FFF2-40B4-BE49-F238E27FC236}">
                <a16:creationId xmlns:a16="http://schemas.microsoft.com/office/drawing/2014/main" id="{A64684DA-6992-24B2-4AA5-79211AAA0D84}"/>
              </a:ext>
            </a:extLst>
          </p:cNvPr>
          <p:cNvGrpSpPr/>
          <p:nvPr/>
        </p:nvGrpSpPr>
        <p:grpSpPr>
          <a:xfrm>
            <a:off x="11567854" y="4724480"/>
            <a:ext cx="1796874" cy="669947"/>
            <a:chOff x="3807068" y="1521069"/>
            <a:chExt cx="1131937" cy="422032"/>
          </a:xfrm>
        </p:grpSpPr>
        <p:sp>
          <p:nvSpPr>
            <p:cNvPr id="365" name="Parallelogram 364">
              <a:extLst>
                <a:ext uri="{FF2B5EF4-FFF2-40B4-BE49-F238E27FC236}">
                  <a16:creationId xmlns:a16="http://schemas.microsoft.com/office/drawing/2014/main" id="{68C7D78C-010D-40AE-DE51-6BE234F47DFD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2F5A3257-19B8-3721-DD93-39607E7168BE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67" name="Parallelogram 366">
              <a:extLst>
                <a:ext uri="{FF2B5EF4-FFF2-40B4-BE49-F238E27FC236}">
                  <a16:creationId xmlns:a16="http://schemas.microsoft.com/office/drawing/2014/main" id="{31CFEE42-8092-B02A-1641-AFA652993E5B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6E72187B-CB5F-0543-5E94-903145AB976A}"/>
              </a:ext>
            </a:extLst>
          </p:cNvPr>
          <p:cNvGrpSpPr/>
          <p:nvPr/>
        </p:nvGrpSpPr>
        <p:grpSpPr>
          <a:xfrm>
            <a:off x="11567854" y="4386701"/>
            <a:ext cx="1796874" cy="669947"/>
            <a:chOff x="3807068" y="1521069"/>
            <a:chExt cx="1131937" cy="422032"/>
          </a:xfrm>
        </p:grpSpPr>
        <p:sp>
          <p:nvSpPr>
            <p:cNvPr id="369" name="Parallelogram 368">
              <a:extLst>
                <a:ext uri="{FF2B5EF4-FFF2-40B4-BE49-F238E27FC236}">
                  <a16:creationId xmlns:a16="http://schemas.microsoft.com/office/drawing/2014/main" id="{6DF363CC-0F66-B1A6-8CDB-791CA5C4F27D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70" name="Rectangle 369">
              <a:extLst>
                <a:ext uri="{FF2B5EF4-FFF2-40B4-BE49-F238E27FC236}">
                  <a16:creationId xmlns:a16="http://schemas.microsoft.com/office/drawing/2014/main" id="{DC217F1D-7953-164B-2CFE-D836C9224D6B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71" name="Parallelogram 370">
              <a:extLst>
                <a:ext uri="{FF2B5EF4-FFF2-40B4-BE49-F238E27FC236}">
                  <a16:creationId xmlns:a16="http://schemas.microsoft.com/office/drawing/2014/main" id="{7715E07C-0C53-9FF4-0750-DC6AFC33F71F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72" name="Group 371">
            <a:extLst>
              <a:ext uri="{FF2B5EF4-FFF2-40B4-BE49-F238E27FC236}">
                <a16:creationId xmlns:a16="http://schemas.microsoft.com/office/drawing/2014/main" id="{81C96B2A-29C4-EC06-339D-25D25F1942FF}"/>
              </a:ext>
            </a:extLst>
          </p:cNvPr>
          <p:cNvGrpSpPr/>
          <p:nvPr/>
        </p:nvGrpSpPr>
        <p:grpSpPr>
          <a:xfrm>
            <a:off x="11567854" y="4048922"/>
            <a:ext cx="1796874" cy="669947"/>
            <a:chOff x="3807068" y="1521069"/>
            <a:chExt cx="1131937" cy="422032"/>
          </a:xfrm>
        </p:grpSpPr>
        <p:sp>
          <p:nvSpPr>
            <p:cNvPr id="373" name="Parallelogram 372">
              <a:extLst>
                <a:ext uri="{FF2B5EF4-FFF2-40B4-BE49-F238E27FC236}">
                  <a16:creationId xmlns:a16="http://schemas.microsoft.com/office/drawing/2014/main" id="{4B431E0E-AAEB-B1BB-36B5-0E8F53EBAFE5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74" name="Rectangle 373">
              <a:extLst>
                <a:ext uri="{FF2B5EF4-FFF2-40B4-BE49-F238E27FC236}">
                  <a16:creationId xmlns:a16="http://schemas.microsoft.com/office/drawing/2014/main" id="{35FEE391-02CB-A5CC-4170-E62E910E2987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75" name="Parallelogram 374">
              <a:extLst>
                <a:ext uri="{FF2B5EF4-FFF2-40B4-BE49-F238E27FC236}">
                  <a16:creationId xmlns:a16="http://schemas.microsoft.com/office/drawing/2014/main" id="{FFAF884E-C40C-D898-60DD-25FE6E583DC6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76" name="Group 375">
            <a:extLst>
              <a:ext uri="{FF2B5EF4-FFF2-40B4-BE49-F238E27FC236}">
                <a16:creationId xmlns:a16="http://schemas.microsoft.com/office/drawing/2014/main" id="{26601B94-5584-DAEC-AEC1-EFCFDC2BEA84}"/>
              </a:ext>
            </a:extLst>
          </p:cNvPr>
          <p:cNvGrpSpPr/>
          <p:nvPr/>
        </p:nvGrpSpPr>
        <p:grpSpPr>
          <a:xfrm>
            <a:off x="11567854" y="3711144"/>
            <a:ext cx="1796874" cy="669947"/>
            <a:chOff x="3807068" y="1521069"/>
            <a:chExt cx="1131937" cy="422032"/>
          </a:xfrm>
        </p:grpSpPr>
        <p:sp>
          <p:nvSpPr>
            <p:cNvPr id="377" name="Parallelogram 376">
              <a:extLst>
                <a:ext uri="{FF2B5EF4-FFF2-40B4-BE49-F238E27FC236}">
                  <a16:creationId xmlns:a16="http://schemas.microsoft.com/office/drawing/2014/main" id="{A316A54A-8724-EE15-7E28-48CCB33D13E3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78" name="Rectangle 377">
              <a:extLst>
                <a:ext uri="{FF2B5EF4-FFF2-40B4-BE49-F238E27FC236}">
                  <a16:creationId xmlns:a16="http://schemas.microsoft.com/office/drawing/2014/main" id="{4FA68D4D-8791-4726-7445-2C0848F12757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79" name="Parallelogram 378">
              <a:extLst>
                <a:ext uri="{FF2B5EF4-FFF2-40B4-BE49-F238E27FC236}">
                  <a16:creationId xmlns:a16="http://schemas.microsoft.com/office/drawing/2014/main" id="{719FAEE9-6AEC-C281-F80B-91CADB0C6971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80" name="Group 379">
            <a:extLst>
              <a:ext uri="{FF2B5EF4-FFF2-40B4-BE49-F238E27FC236}">
                <a16:creationId xmlns:a16="http://schemas.microsoft.com/office/drawing/2014/main" id="{DE71ADB4-2E1A-32C5-DA27-BED112DA31A6}"/>
              </a:ext>
            </a:extLst>
          </p:cNvPr>
          <p:cNvGrpSpPr/>
          <p:nvPr/>
        </p:nvGrpSpPr>
        <p:grpSpPr>
          <a:xfrm>
            <a:off x="11567854" y="3373365"/>
            <a:ext cx="1796874" cy="669947"/>
            <a:chOff x="3807068" y="1521069"/>
            <a:chExt cx="1131937" cy="422032"/>
          </a:xfrm>
        </p:grpSpPr>
        <p:sp>
          <p:nvSpPr>
            <p:cNvPr id="381" name="Parallelogram 380">
              <a:extLst>
                <a:ext uri="{FF2B5EF4-FFF2-40B4-BE49-F238E27FC236}">
                  <a16:creationId xmlns:a16="http://schemas.microsoft.com/office/drawing/2014/main" id="{AB7F65EE-24CC-25CD-5B65-D80428005B67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82" name="Rectangle 381">
              <a:extLst>
                <a:ext uri="{FF2B5EF4-FFF2-40B4-BE49-F238E27FC236}">
                  <a16:creationId xmlns:a16="http://schemas.microsoft.com/office/drawing/2014/main" id="{1C5B56B9-95AB-E2DE-E1F7-122ABFCDF591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83" name="Parallelogram 382">
              <a:extLst>
                <a:ext uri="{FF2B5EF4-FFF2-40B4-BE49-F238E27FC236}">
                  <a16:creationId xmlns:a16="http://schemas.microsoft.com/office/drawing/2014/main" id="{8433660D-EC9A-21EF-7734-0514DF460AD6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21449650-505E-3F96-827A-43E7F8C08CE8}"/>
              </a:ext>
            </a:extLst>
          </p:cNvPr>
          <p:cNvGrpSpPr/>
          <p:nvPr/>
        </p:nvGrpSpPr>
        <p:grpSpPr>
          <a:xfrm>
            <a:off x="12713585" y="4724480"/>
            <a:ext cx="1796874" cy="669947"/>
            <a:chOff x="3807068" y="1521069"/>
            <a:chExt cx="1131937" cy="422032"/>
          </a:xfrm>
        </p:grpSpPr>
        <p:sp>
          <p:nvSpPr>
            <p:cNvPr id="385" name="Parallelogram 384">
              <a:extLst>
                <a:ext uri="{FF2B5EF4-FFF2-40B4-BE49-F238E27FC236}">
                  <a16:creationId xmlns:a16="http://schemas.microsoft.com/office/drawing/2014/main" id="{6BD4FFFB-2C10-1E44-0428-C302863843A5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CB0EC1D4-C99D-3E00-0AD8-1767B9554694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87" name="Parallelogram 386">
              <a:extLst>
                <a:ext uri="{FF2B5EF4-FFF2-40B4-BE49-F238E27FC236}">
                  <a16:creationId xmlns:a16="http://schemas.microsoft.com/office/drawing/2014/main" id="{0AB3BACE-5066-67CC-9304-88C3453954BC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1780B89F-1628-A8B0-6EB2-266024F203D5}"/>
              </a:ext>
            </a:extLst>
          </p:cNvPr>
          <p:cNvGrpSpPr/>
          <p:nvPr/>
        </p:nvGrpSpPr>
        <p:grpSpPr>
          <a:xfrm>
            <a:off x="12713585" y="4386701"/>
            <a:ext cx="1796874" cy="669947"/>
            <a:chOff x="3807068" y="1521069"/>
            <a:chExt cx="1131937" cy="422032"/>
          </a:xfrm>
        </p:grpSpPr>
        <p:sp>
          <p:nvSpPr>
            <p:cNvPr id="389" name="Parallelogram 388">
              <a:extLst>
                <a:ext uri="{FF2B5EF4-FFF2-40B4-BE49-F238E27FC236}">
                  <a16:creationId xmlns:a16="http://schemas.microsoft.com/office/drawing/2014/main" id="{884553DB-391C-4E67-6E0B-871504DCBF11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90" name="Rectangle 389">
              <a:extLst>
                <a:ext uri="{FF2B5EF4-FFF2-40B4-BE49-F238E27FC236}">
                  <a16:creationId xmlns:a16="http://schemas.microsoft.com/office/drawing/2014/main" id="{45B6A5B1-9EBC-8DB1-893C-6B50709A046B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91" name="Parallelogram 390">
              <a:extLst>
                <a:ext uri="{FF2B5EF4-FFF2-40B4-BE49-F238E27FC236}">
                  <a16:creationId xmlns:a16="http://schemas.microsoft.com/office/drawing/2014/main" id="{E902E5BA-7150-3F42-A5BB-91C2E2649280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A43DD838-B1C8-83CE-90CF-D3240DE3788C}"/>
              </a:ext>
            </a:extLst>
          </p:cNvPr>
          <p:cNvGrpSpPr/>
          <p:nvPr/>
        </p:nvGrpSpPr>
        <p:grpSpPr>
          <a:xfrm>
            <a:off x="12713585" y="4048922"/>
            <a:ext cx="1796874" cy="669947"/>
            <a:chOff x="3807068" y="1521069"/>
            <a:chExt cx="1131937" cy="422032"/>
          </a:xfrm>
        </p:grpSpPr>
        <p:sp>
          <p:nvSpPr>
            <p:cNvPr id="393" name="Parallelogram 392">
              <a:extLst>
                <a:ext uri="{FF2B5EF4-FFF2-40B4-BE49-F238E27FC236}">
                  <a16:creationId xmlns:a16="http://schemas.microsoft.com/office/drawing/2014/main" id="{D9260C71-A1BF-0B73-2D6D-7DD7379B696F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94" name="Rectangle 393">
              <a:extLst>
                <a:ext uri="{FF2B5EF4-FFF2-40B4-BE49-F238E27FC236}">
                  <a16:creationId xmlns:a16="http://schemas.microsoft.com/office/drawing/2014/main" id="{EA291851-49EC-B2FF-410C-9E4662AA6F1E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95" name="Parallelogram 394">
              <a:extLst>
                <a:ext uri="{FF2B5EF4-FFF2-40B4-BE49-F238E27FC236}">
                  <a16:creationId xmlns:a16="http://schemas.microsoft.com/office/drawing/2014/main" id="{B3B0BC03-2109-010F-4895-4E353A6FD693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396" name="Group 395">
            <a:extLst>
              <a:ext uri="{FF2B5EF4-FFF2-40B4-BE49-F238E27FC236}">
                <a16:creationId xmlns:a16="http://schemas.microsoft.com/office/drawing/2014/main" id="{DB9D68EA-8B74-08D8-BC22-0297F5D5270D}"/>
              </a:ext>
            </a:extLst>
          </p:cNvPr>
          <p:cNvGrpSpPr/>
          <p:nvPr/>
        </p:nvGrpSpPr>
        <p:grpSpPr>
          <a:xfrm>
            <a:off x="12713585" y="3711144"/>
            <a:ext cx="1796874" cy="669947"/>
            <a:chOff x="3807068" y="1521069"/>
            <a:chExt cx="1131937" cy="422032"/>
          </a:xfrm>
        </p:grpSpPr>
        <p:sp>
          <p:nvSpPr>
            <p:cNvPr id="397" name="Parallelogram 396">
              <a:extLst>
                <a:ext uri="{FF2B5EF4-FFF2-40B4-BE49-F238E27FC236}">
                  <a16:creationId xmlns:a16="http://schemas.microsoft.com/office/drawing/2014/main" id="{E1C1F287-B4D5-EE37-FE32-73EFDCA00F97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98" name="Rectangle 397">
              <a:extLst>
                <a:ext uri="{FF2B5EF4-FFF2-40B4-BE49-F238E27FC236}">
                  <a16:creationId xmlns:a16="http://schemas.microsoft.com/office/drawing/2014/main" id="{61F6A6DA-60D7-B214-54C8-BF40D7999628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399" name="Parallelogram 398">
              <a:extLst>
                <a:ext uri="{FF2B5EF4-FFF2-40B4-BE49-F238E27FC236}">
                  <a16:creationId xmlns:a16="http://schemas.microsoft.com/office/drawing/2014/main" id="{34633F42-43F4-D24B-B980-460224FE903C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174334A5-E333-12DB-0A3A-10A0D94C4368}"/>
              </a:ext>
            </a:extLst>
          </p:cNvPr>
          <p:cNvGrpSpPr/>
          <p:nvPr/>
        </p:nvGrpSpPr>
        <p:grpSpPr>
          <a:xfrm>
            <a:off x="12713585" y="3373365"/>
            <a:ext cx="1796874" cy="669947"/>
            <a:chOff x="3807068" y="1521069"/>
            <a:chExt cx="1131937" cy="422032"/>
          </a:xfrm>
        </p:grpSpPr>
        <p:sp>
          <p:nvSpPr>
            <p:cNvPr id="401" name="Parallelogram 400">
              <a:extLst>
                <a:ext uri="{FF2B5EF4-FFF2-40B4-BE49-F238E27FC236}">
                  <a16:creationId xmlns:a16="http://schemas.microsoft.com/office/drawing/2014/main" id="{83112B0E-D516-A612-8DFD-7113B032CE1F}"/>
                </a:ext>
              </a:extLst>
            </p:cNvPr>
            <p:cNvSpPr/>
            <p:nvPr/>
          </p:nvSpPr>
          <p:spPr>
            <a:xfrm>
              <a:off x="3807069" y="1521069"/>
              <a:ext cx="1049412" cy="211016"/>
            </a:xfrm>
            <a:prstGeom prst="parallelogram">
              <a:avLst>
                <a:gd name="adj" fmla="val 156203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02" name="Rectangle 401">
              <a:extLst>
                <a:ext uri="{FF2B5EF4-FFF2-40B4-BE49-F238E27FC236}">
                  <a16:creationId xmlns:a16="http://schemas.microsoft.com/office/drawing/2014/main" id="{6AF00838-EBE1-067B-A157-0684BCF06B10}"/>
                </a:ext>
              </a:extLst>
            </p:cNvPr>
            <p:cNvSpPr/>
            <p:nvPr/>
          </p:nvSpPr>
          <p:spPr>
            <a:xfrm>
              <a:off x="3807068" y="1732085"/>
              <a:ext cx="721751" cy="211016"/>
            </a:xfrm>
            <a:prstGeom prst="rect">
              <a:avLst/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  <p:sp>
          <p:nvSpPr>
            <p:cNvPr id="403" name="Parallelogram 402">
              <a:extLst>
                <a:ext uri="{FF2B5EF4-FFF2-40B4-BE49-F238E27FC236}">
                  <a16:creationId xmlns:a16="http://schemas.microsoft.com/office/drawing/2014/main" id="{DE4DAD36-AE48-89B9-8815-51D996DAD273}"/>
                </a:ext>
              </a:extLst>
            </p:cNvPr>
            <p:cNvSpPr/>
            <p:nvPr/>
          </p:nvSpPr>
          <p:spPr>
            <a:xfrm rot="19676756">
              <a:off x="4427711" y="1641144"/>
              <a:ext cx="511294" cy="181498"/>
            </a:xfrm>
            <a:prstGeom prst="parallelogram">
              <a:avLst>
                <a:gd name="adj" fmla="val 66198"/>
              </a:avLst>
            </a:prstGeom>
            <a:solidFill>
              <a:srgbClr val="1269B0">
                <a:alpha val="40000"/>
              </a:srgbClr>
            </a:solidFill>
            <a:ln>
              <a:solidFill>
                <a:schemeClr val="bg2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CH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endParaRPr>
            </a:p>
          </p:txBody>
        </p:sp>
      </p:grpSp>
      <p:sp>
        <p:nvSpPr>
          <p:cNvPr id="545" name="TextBox 544">
            <a:extLst>
              <a:ext uri="{FF2B5EF4-FFF2-40B4-BE49-F238E27FC236}">
                <a16:creationId xmlns:a16="http://schemas.microsoft.com/office/drawing/2014/main" id="{E8B307D5-AFBA-28BD-9BB7-92C66F1492CB}"/>
              </a:ext>
            </a:extLst>
          </p:cNvPr>
          <p:cNvSpPr txBox="1"/>
          <p:nvPr/>
        </p:nvSpPr>
        <p:spPr>
          <a:xfrm>
            <a:off x="8743859" y="3844075"/>
            <a:ext cx="2708821" cy="53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57" b="1" dirty="0"/>
              <a:t>3D-stack DRAM</a:t>
            </a:r>
            <a:endParaRPr lang="en-CH" sz="2857" b="1" dirty="0"/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F0764437-0136-DB13-EDE0-B8A84827E3B6}"/>
              </a:ext>
            </a:extLst>
          </p:cNvPr>
          <p:cNvSpPr txBox="1"/>
          <p:nvPr/>
        </p:nvSpPr>
        <p:spPr>
          <a:xfrm>
            <a:off x="8743859" y="5728191"/>
            <a:ext cx="1079159" cy="53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57" b="1" dirty="0"/>
              <a:t>TSV</a:t>
            </a:r>
            <a:endParaRPr lang="en-CH" sz="2857" b="1" dirty="0"/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4F72E26F-B4C2-8147-A75F-44B388B7F860}"/>
              </a:ext>
            </a:extLst>
          </p:cNvPr>
          <p:cNvSpPr txBox="1"/>
          <p:nvPr/>
        </p:nvSpPr>
        <p:spPr>
          <a:xfrm>
            <a:off x="8743859" y="7042140"/>
            <a:ext cx="1079159" cy="53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57" b="1" dirty="0"/>
              <a:t>logic</a:t>
            </a:r>
            <a:endParaRPr lang="en-CH" sz="2857" b="1" dirty="0"/>
          </a:p>
        </p:txBody>
      </p:sp>
      <p:sp>
        <p:nvSpPr>
          <p:cNvPr id="548" name="Content Placeholder 2">
            <a:extLst>
              <a:ext uri="{FF2B5EF4-FFF2-40B4-BE49-F238E27FC236}">
                <a16:creationId xmlns:a16="http://schemas.microsoft.com/office/drawing/2014/main" id="{1E693C27-E7E4-7C44-226B-710D9A898D1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748" y="1152469"/>
            <a:ext cx="13901165" cy="2054846"/>
          </a:xfrm>
        </p:spPr>
        <p:txBody>
          <a:bodyPr/>
          <a:lstStyle/>
          <a:p>
            <a:r>
              <a:rPr lang="en-US" altLang="zh-CN" sz="2540" dirty="0"/>
              <a:t>We already modeled by extending SoftHier</a:t>
            </a:r>
            <a:endParaRPr lang="en-CH" sz="2540" dirty="0"/>
          </a:p>
          <a:p>
            <a:pPr lvl="1"/>
            <a:r>
              <a:rPr lang="en-US" altLang="zh-CN" sz="2222" dirty="0"/>
              <a:t>For Each Cluster add arbiters to:</a:t>
            </a:r>
          </a:p>
          <a:p>
            <a:pPr lvl="1"/>
            <a:r>
              <a:rPr lang="en-US" altLang="zh-CN" sz="2222" dirty="0"/>
              <a:t>1. DRAM channels on top</a:t>
            </a:r>
          </a:p>
          <a:p>
            <a:pPr lvl="1"/>
            <a:r>
              <a:rPr lang="en-US" altLang="zh-CN" sz="2222" dirty="0"/>
              <a:t>2. NoC Routers in the logic die</a:t>
            </a:r>
          </a:p>
        </p:txBody>
      </p:sp>
      <p:sp>
        <p:nvSpPr>
          <p:cNvPr id="552" name="矩形 210">
            <a:extLst>
              <a:ext uri="{FF2B5EF4-FFF2-40B4-BE49-F238E27FC236}">
                <a16:creationId xmlns:a16="http://schemas.microsoft.com/office/drawing/2014/main" id="{1B6DDA98-A40B-E726-971F-628E3E289C4F}"/>
              </a:ext>
            </a:extLst>
          </p:cNvPr>
          <p:cNvSpPr/>
          <p:nvPr/>
        </p:nvSpPr>
        <p:spPr>
          <a:xfrm>
            <a:off x="1880779" y="5185333"/>
            <a:ext cx="963867" cy="322330"/>
          </a:xfrm>
          <a:prstGeom prst="rect">
            <a:avLst/>
          </a:prstGeom>
          <a:solidFill>
            <a:srgbClr val="A8322C"/>
          </a:solidFill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759">
              <a:defRPr/>
            </a:pPr>
            <a:r>
              <a:rPr lang="en-US" altLang="zh-CN" sz="2100" b="1" kern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Core 0</a:t>
            </a:r>
            <a:endParaRPr lang="zh-CN" altLang="en-US" sz="2100" b="1" kern="0">
              <a:solidFill>
                <a:srgbClr val="FFFFFF"/>
              </a:solidFill>
              <a:latin typeface="Arial Narrow" panose="020B0604020202020204" pitchFamily="34" charset="0"/>
              <a:ea typeface="宋体" panose="02010600030101010101" pitchFamily="2" charset="-122"/>
              <a:cs typeface="Arial Narrow" panose="020B0604020202020204" pitchFamily="34" charset="0"/>
            </a:endParaRPr>
          </a:p>
        </p:txBody>
      </p:sp>
      <p:sp>
        <p:nvSpPr>
          <p:cNvPr id="553" name="矩形 211">
            <a:extLst>
              <a:ext uri="{FF2B5EF4-FFF2-40B4-BE49-F238E27FC236}">
                <a16:creationId xmlns:a16="http://schemas.microsoft.com/office/drawing/2014/main" id="{7013629A-AFF2-9B60-93B3-73F9A8ABE121}"/>
              </a:ext>
            </a:extLst>
          </p:cNvPr>
          <p:cNvSpPr/>
          <p:nvPr/>
        </p:nvSpPr>
        <p:spPr>
          <a:xfrm>
            <a:off x="1880779" y="5524207"/>
            <a:ext cx="963867" cy="322330"/>
          </a:xfrm>
          <a:prstGeom prst="rect">
            <a:avLst/>
          </a:prstGeom>
          <a:solidFill>
            <a:srgbClr val="A8322C"/>
          </a:solidFill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759">
              <a:defRPr/>
            </a:pPr>
            <a:r>
              <a:rPr lang="en-US" altLang="zh-CN" sz="2100" b="1" kern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Core 0</a:t>
            </a:r>
            <a:endParaRPr lang="zh-CN" altLang="en-US" sz="2100" b="1" kern="0">
              <a:solidFill>
                <a:srgbClr val="FFFFFF"/>
              </a:solidFill>
              <a:latin typeface="Arial Narrow" panose="020B0604020202020204" pitchFamily="34" charset="0"/>
              <a:ea typeface="宋体" panose="02010600030101010101" pitchFamily="2" charset="-122"/>
              <a:cs typeface="Arial Narrow" panose="020B0604020202020204" pitchFamily="34" charset="0"/>
            </a:endParaRPr>
          </a:p>
        </p:txBody>
      </p:sp>
      <p:sp>
        <p:nvSpPr>
          <p:cNvPr id="554" name="矩形 212">
            <a:extLst>
              <a:ext uri="{FF2B5EF4-FFF2-40B4-BE49-F238E27FC236}">
                <a16:creationId xmlns:a16="http://schemas.microsoft.com/office/drawing/2014/main" id="{EFB148A6-D46B-4E38-A774-A29DF185DF5E}"/>
              </a:ext>
            </a:extLst>
          </p:cNvPr>
          <p:cNvSpPr/>
          <p:nvPr/>
        </p:nvSpPr>
        <p:spPr>
          <a:xfrm>
            <a:off x="1880779" y="5863079"/>
            <a:ext cx="963867" cy="322330"/>
          </a:xfrm>
          <a:prstGeom prst="rect">
            <a:avLst/>
          </a:prstGeom>
          <a:solidFill>
            <a:srgbClr val="A8322C"/>
          </a:solidFill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759">
              <a:defRPr/>
            </a:pPr>
            <a:r>
              <a:rPr lang="en-US" altLang="zh-CN" sz="2100" b="1" kern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…</a:t>
            </a:r>
            <a:endParaRPr lang="zh-CN" altLang="en-US" sz="2100" b="1" kern="0">
              <a:solidFill>
                <a:srgbClr val="FFFFFF"/>
              </a:solidFill>
              <a:latin typeface="Arial Narrow" panose="020B0604020202020204" pitchFamily="34" charset="0"/>
              <a:ea typeface="宋体" panose="02010600030101010101" pitchFamily="2" charset="-122"/>
              <a:cs typeface="Arial Narrow" panose="020B0604020202020204" pitchFamily="34" charset="0"/>
            </a:endParaRPr>
          </a:p>
        </p:txBody>
      </p:sp>
      <p:sp>
        <p:nvSpPr>
          <p:cNvPr id="555" name="矩形 213">
            <a:extLst>
              <a:ext uri="{FF2B5EF4-FFF2-40B4-BE49-F238E27FC236}">
                <a16:creationId xmlns:a16="http://schemas.microsoft.com/office/drawing/2014/main" id="{2B749860-E6F9-6796-6DE6-14DEA93E312E}"/>
              </a:ext>
            </a:extLst>
          </p:cNvPr>
          <p:cNvSpPr/>
          <p:nvPr/>
        </p:nvSpPr>
        <p:spPr>
          <a:xfrm>
            <a:off x="1880779" y="6201952"/>
            <a:ext cx="963867" cy="322330"/>
          </a:xfrm>
          <a:prstGeom prst="rect">
            <a:avLst/>
          </a:prstGeom>
          <a:solidFill>
            <a:srgbClr val="A8322C"/>
          </a:solidFill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759">
              <a:defRPr/>
            </a:pPr>
            <a:r>
              <a:rPr lang="en-US" altLang="zh-CN" sz="2100" b="1" kern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Core n</a:t>
            </a:r>
            <a:endParaRPr lang="zh-CN" altLang="en-US" sz="2100" b="1" kern="0">
              <a:solidFill>
                <a:srgbClr val="FFFFFF"/>
              </a:solidFill>
              <a:latin typeface="Arial Narrow" panose="020B0604020202020204" pitchFamily="34" charset="0"/>
              <a:ea typeface="宋体" panose="02010600030101010101" pitchFamily="2" charset="-122"/>
              <a:cs typeface="Arial Narrow" panose="020B0604020202020204" pitchFamily="34" charset="0"/>
            </a:endParaRPr>
          </a:p>
        </p:txBody>
      </p:sp>
      <p:sp>
        <p:nvSpPr>
          <p:cNvPr id="556" name="矩形 214">
            <a:extLst>
              <a:ext uri="{FF2B5EF4-FFF2-40B4-BE49-F238E27FC236}">
                <a16:creationId xmlns:a16="http://schemas.microsoft.com/office/drawing/2014/main" id="{4E415CEC-2435-194F-A737-CC70C277740C}"/>
              </a:ext>
            </a:extLst>
          </p:cNvPr>
          <p:cNvSpPr/>
          <p:nvPr/>
        </p:nvSpPr>
        <p:spPr>
          <a:xfrm>
            <a:off x="2895522" y="5185333"/>
            <a:ext cx="809875" cy="1347221"/>
          </a:xfrm>
          <a:prstGeom prst="rect">
            <a:avLst/>
          </a:prstGeom>
          <a:solidFill>
            <a:srgbClr val="91056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759">
              <a:defRPr/>
            </a:pPr>
            <a:r>
              <a:rPr lang="en-US" altLang="zh-CN" sz="2100" b="1" kern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Matrix</a:t>
            </a:r>
          </a:p>
          <a:p>
            <a:pPr algn="ctr" defTabSz="725759">
              <a:defRPr/>
            </a:pPr>
            <a:r>
              <a:rPr lang="en-US" altLang="zh-CN" sz="2100" b="1" kern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Engine</a:t>
            </a:r>
            <a:endParaRPr lang="zh-CN" altLang="en-US" sz="2100" b="1" kern="0">
              <a:solidFill>
                <a:srgbClr val="FFFFFF"/>
              </a:solidFill>
              <a:latin typeface="Arial Narrow" panose="020B0604020202020204" pitchFamily="34" charset="0"/>
              <a:ea typeface="宋体" panose="02010600030101010101" pitchFamily="2" charset="-122"/>
              <a:cs typeface="Arial Narrow" panose="020B0604020202020204" pitchFamily="34" charset="0"/>
            </a:endParaRPr>
          </a:p>
        </p:txBody>
      </p:sp>
      <p:sp>
        <p:nvSpPr>
          <p:cNvPr id="557" name="矩形 215">
            <a:extLst>
              <a:ext uri="{FF2B5EF4-FFF2-40B4-BE49-F238E27FC236}">
                <a16:creationId xmlns:a16="http://schemas.microsoft.com/office/drawing/2014/main" id="{1E9C4BFB-46DB-1BA8-1A25-4C00D8110B93}"/>
              </a:ext>
            </a:extLst>
          </p:cNvPr>
          <p:cNvSpPr/>
          <p:nvPr/>
        </p:nvSpPr>
        <p:spPr>
          <a:xfrm>
            <a:off x="3759587" y="5185333"/>
            <a:ext cx="594354" cy="1347221"/>
          </a:xfrm>
          <a:prstGeom prst="rect">
            <a:avLst/>
          </a:prstGeom>
          <a:solidFill>
            <a:srgbClr val="F295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759">
              <a:defRPr/>
            </a:pPr>
            <a:r>
              <a:rPr lang="en-US" altLang="zh-CN" sz="2100" b="1" kern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DMA</a:t>
            </a:r>
            <a:endParaRPr lang="zh-CN" altLang="en-US" sz="2100" b="1" kern="0">
              <a:solidFill>
                <a:srgbClr val="FFFFFF"/>
              </a:solidFill>
              <a:latin typeface="Arial Narrow" panose="020B0604020202020204" pitchFamily="34" charset="0"/>
              <a:ea typeface="宋体" panose="02010600030101010101" pitchFamily="2" charset="-122"/>
              <a:cs typeface="Arial Narrow" panose="020B0604020202020204" pitchFamily="34" charset="0"/>
            </a:endParaRPr>
          </a:p>
        </p:txBody>
      </p:sp>
      <p:sp>
        <p:nvSpPr>
          <p:cNvPr id="558" name="矩形 216">
            <a:extLst>
              <a:ext uri="{FF2B5EF4-FFF2-40B4-BE49-F238E27FC236}">
                <a16:creationId xmlns:a16="http://schemas.microsoft.com/office/drawing/2014/main" id="{E13A8660-5F85-13FC-5868-E57F1A372EA9}"/>
              </a:ext>
            </a:extLst>
          </p:cNvPr>
          <p:cNvSpPr/>
          <p:nvPr/>
        </p:nvSpPr>
        <p:spPr>
          <a:xfrm>
            <a:off x="1026618" y="4811443"/>
            <a:ext cx="3327323" cy="322330"/>
          </a:xfrm>
          <a:prstGeom prst="rect">
            <a:avLst/>
          </a:prstGeom>
          <a:solidFill>
            <a:srgbClr val="1269B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759">
              <a:defRPr/>
            </a:pPr>
            <a:r>
              <a:rPr lang="en-US" altLang="zh-CN" sz="2100" b="1" kern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I $</a:t>
            </a:r>
            <a:endParaRPr lang="zh-CN" altLang="en-US" sz="2100" b="1" kern="0">
              <a:solidFill>
                <a:srgbClr val="FFFFFF"/>
              </a:solidFill>
              <a:latin typeface="Arial Narrow" panose="020B0604020202020204" pitchFamily="34" charset="0"/>
              <a:ea typeface="宋体" panose="02010600030101010101" pitchFamily="2" charset="-122"/>
              <a:cs typeface="Arial Narrow" panose="020B0604020202020204" pitchFamily="34" charset="0"/>
            </a:endParaRPr>
          </a:p>
        </p:txBody>
      </p:sp>
      <p:sp>
        <p:nvSpPr>
          <p:cNvPr id="559" name="矩形 217">
            <a:extLst>
              <a:ext uri="{FF2B5EF4-FFF2-40B4-BE49-F238E27FC236}">
                <a16:creationId xmlns:a16="http://schemas.microsoft.com/office/drawing/2014/main" id="{D7D22FBA-4196-A5A1-12DF-45D87DFF9660}"/>
              </a:ext>
            </a:extLst>
          </p:cNvPr>
          <p:cNvSpPr/>
          <p:nvPr/>
        </p:nvSpPr>
        <p:spPr>
          <a:xfrm>
            <a:off x="1026618" y="6940741"/>
            <a:ext cx="3327323" cy="1829951"/>
          </a:xfrm>
          <a:prstGeom prst="rect">
            <a:avLst/>
          </a:prstGeom>
          <a:solidFill>
            <a:srgbClr val="1269B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759">
              <a:defRPr/>
            </a:pPr>
            <a:r>
              <a:rPr lang="en-US" altLang="zh-CN" sz="2100" b="1" kern="0" dirty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L1 local memory</a:t>
            </a:r>
            <a:endParaRPr lang="zh-CN" altLang="en-US" sz="2100" b="1" kern="0" dirty="0">
              <a:solidFill>
                <a:srgbClr val="FFFFFF"/>
              </a:solidFill>
              <a:latin typeface="Arial Narrow" panose="020B0604020202020204" pitchFamily="34" charset="0"/>
              <a:ea typeface="宋体" panose="02010600030101010101" pitchFamily="2" charset="-122"/>
              <a:cs typeface="Arial Narrow" panose="020B0604020202020204" pitchFamily="34" charset="0"/>
            </a:endParaRPr>
          </a:p>
        </p:txBody>
      </p:sp>
      <p:sp>
        <p:nvSpPr>
          <p:cNvPr id="560" name="矩形 218">
            <a:extLst>
              <a:ext uri="{FF2B5EF4-FFF2-40B4-BE49-F238E27FC236}">
                <a16:creationId xmlns:a16="http://schemas.microsoft.com/office/drawing/2014/main" id="{D79AA066-9D8C-93ED-5068-26F705A105AD}"/>
              </a:ext>
            </a:extLst>
          </p:cNvPr>
          <p:cNvSpPr/>
          <p:nvPr/>
        </p:nvSpPr>
        <p:spPr>
          <a:xfrm>
            <a:off x="1026619" y="5177062"/>
            <a:ext cx="788860" cy="1347221"/>
          </a:xfrm>
          <a:prstGeom prst="rect">
            <a:avLst/>
          </a:prstGeom>
          <a:solidFill>
            <a:srgbClr val="A8322C">
              <a:lumMod val="75000"/>
            </a:srgb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759">
              <a:defRPr/>
            </a:pPr>
            <a:r>
              <a:rPr lang="en-US" altLang="zh-CN" sz="2095" b="1" kern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Vector</a:t>
            </a:r>
          </a:p>
          <a:p>
            <a:pPr algn="ctr" defTabSz="725759">
              <a:defRPr/>
            </a:pPr>
            <a:r>
              <a:rPr lang="en-US" altLang="zh-CN" sz="2095" b="1" kern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Engine</a:t>
            </a:r>
            <a:endParaRPr lang="zh-CN" altLang="en-US" sz="2095" b="1" kern="0">
              <a:solidFill>
                <a:srgbClr val="FFFFFF"/>
              </a:solidFill>
              <a:latin typeface="Arial Narrow" panose="020B0604020202020204" pitchFamily="34" charset="0"/>
              <a:ea typeface="宋体" panose="02010600030101010101" pitchFamily="2" charset="-122"/>
              <a:cs typeface="Arial Narrow" panose="020B0604020202020204" pitchFamily="34" charset="0"/>
            </a:endParaRPr>
          </a:p>
        </p:txBody>
      </p:sp>
      <p:sp>
        <p:nvSpPr>
          <p:cNvPr id="561" name="矩形 219">
            <a:extLst>
              <a:ext uri="{FF2B5EF4-FFF2-40B4-BE49-F238E27FC236}">
                <a16:creationId xmlns:a16="http://schemas.microsoft.com/office/drawing/2014/main" id="{53F7F904-79E4-5FE5-7C8A-7DA8EE6DEC43}"/>
              </a:ext>
            </a:extLst>
          </p:cNvPr>
          <p:cNvSpPr/>
          <p:nvPr/>
        </p:nvSpPr>
        <p:spPr>
          <a:xfrm>
            <a:off x="1019096" y="6567571"/>
            <a:ext cx="3327321" cy="329883"/>
          </a:xfrm>
          <a:prstGeom prst="rect">
            <a:avLst/>
          </a:prstGeom>
          <a:solidFill>
            <a:srgbClr val="168638"/>
          </a:solidFill>
          <a:ln>
            <a:noFill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759">
              <a:defRPr/>
            </a:pPr>
            <a:r>
              <a:rPr lang="en-US" altLang="zh-CN" sz="2100" b="1" kern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Interconnect</a:t>
            </a:r>
            <a:endParaRPr lang="zh-CN" altLang="en-US" sz="2100" b="1" kern="0">
              <a:solidFill>
                <a:srgbClr val="FFFFFF"/>
              </a:solidFill>
              <a:latin typeface="Arial Narrow" panose="020B0604020202020204" pitchFamily="34" charset="0"/>
              <a:ea typeface="宋体" panose="02010600030101010101" pitchFamily="2" charset="-122"/>
              <a:cs typeface="Arial Narrow" panose="020B0604020202020204" pitchFamily="34" charset="0"/>
            </a:endParaRPr>
          </a:p>
        </p:txBody>
      </p:sp>
      <p:cxnSp>
        <p:nvCxnSpPr>
          <p:cNvPr id="562" name="直接箭头连接符 220">
            <a:extLst>
              <a:ext uri="{FF2B5EF4-FFF2-40B4-BE49-F238E27FC236}">
                <a16:creationId xmlns:a16="http://schemas.microsoft.com/office/drawing/2014/main" id="{91B65606-17A5-825A-60F5-8B59AAA169C1}"/>
              </a:ext>
            </a:extLst>
          </p:cNvPr>
          <p:cNvCxnSpPr>
            <a:cxnSpLocks/>
            <a:stCxn id="565" idx="1"/>
          </p:cNvCxnSpPr>
          <p:nvPr/>
        </p:nvCxnSpPr>
        <p:spPr>
          <a:xfrm>
            <a:off x="800737" y="4297044"/>
            <a:ext cx="0" cy="2422625"/>
          </a:xfrm>
          <a:prstGeom prst="straightConnector1">
            <a:avLst/>
          </a:prstGeom>
          <a:noFill/>
          <a:ln w="19050" cap="flat" cmpd="sng" algn="ctr">
            <a:solidFill>
              <a:srgbClr val="168638"/>
            </a:solidFill>
            <a:prstDash val="sysDash"/>
            <a:miter lim="800000"/>
            <a:headEnd type="triangle" w="med" len="med"/>
            <a:tailEnd type="none" w="med" len="med"/>
          </a:ln>
          <a:effectLst/>
        </p:spPr>
      </p:cxnSp>
      <p:cxnSp>
        <p:nvCxnSpPr>
          <p:cNvPr id="563" name="直接箭头连接符 221">
            <a:extLst>
              <a:ext uri="{FF2B5EF4-FFF2-40B4-BE49-F238E27FC236}">
                <a16:creationId xmlns:a16="http://schemas.microsoft.com/office/drawing/2014/main" id="{5801C4E0-BC3A-DFE0-6831-02A9C27A5523}"/>
              </a:ext>
            </a:extLst>
          </p:cNvPr>
          <p:cNvCxnSpPr>
            <a:cxnSpLocks/>
          </p:cNvCxnSpPr>
          <p:nvPr/>
        </p:nvCxnSpPr>
        <p:spPr>
          <a:xfrm flipH="1">
            <a:off x="4353941" y="5685370"/>
            <a:ext cx="585488" cy="0"/>
          </a:xfrm>
          <a:prstGeom prst="straightConnector1">
            <a:avLst/>
          </a:prstGeom>
          <a:noFill/>
          <a:ln w="38100" cap="flat" cmpd="sng" algn="ctr">
            <a:solidFill>
              <a:srgbClr val="F29545"/>
            </a:solidFill>
            <a:prstDash val="solid"/>
            <a:miter lim="800000"/>
            <a:headEnd type="triangle"/>
            <a:tailEnd type="triangle"/>
          </a:ln>
          <a:effectLst/>
        </p:spPr>
      </p:cxnSp>
      <p:sp>
        <p:nvSpPr>
          <p:cNvPr id="564" name="文本框 222">
            <a:extLst>
              <a:ext uri="{FF2B5EF4-FFF2-40B4-BE49-F238E27FC236}">
                <a16:creationId xmlns:a16="http://schemas.microsoft.com/office/drawing/2014/main" id="{4EB19A1A-3B06-9D04-4266-32B1BD4FDAD3}"/>
              </a:ext>
            </a:extLst>
          </p:cNvPr>
          <p:cNvSpPr txBox="1"/>
          <p:nvPr/>
        </p:nvSpPr>
        <p:spPr>
          <a:xfrm>
            <a:off x="5124431" y="4568627"/>
            <a:ext cx="25456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25759">
              <a:defRPr/>
            </a:pPr>
            <a:r>
              <a:rPr lang="en-US" altLang="zh-CN" sz="2100" kern="0" dirty="0">
                <a:solidFill>
                  <a:srgbClr val="F29545"/>
                </a:solidFill>
                <a:latin typeface="Calibri"/>
                <a:ea typeface="宋体" panose="02010600030101010101" pitchFamily="2" charset="-122"/>
                <a:cs typeface="Arial Narrow" panose="020B0604020202020204" pitchFamily="34" charset="0"/>
              </a:rPr>
              <a:t>To DATA NoC Router</a:t>
            </a:r>
            <a:endParaRPr lang="zh-CN" altLang="en-US" sz="2100" kern="0" dirty="0">
              <a:solidFill>
                <a:srgbClr val="F29545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65" name="文本框 223">
            <a:extLst>
              <a:ext uri="{FF2B5EF4-FFF2-40B4-BE49-F238E27FC236}">
                <a16:creationId xmlns:a16="http://schemas.microsoft.com/office/drawing/2014/main" id="{B32F62CB-5CBC-570B-4AF1-48A081CCC043}"/>
              </a:ext>
            </a:extLst>
          </p:cNvPr>
          <p:cNvSpPr txBox="1"/>
          <p:nvPr/>
        </p:nvSpPr>
        <p:spPr>
          <a:xfrm>
            <a:off x="800737" y="3927712"/>
            <a:ext cx="238593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725759">
              <a:defRPr/>
            </a:pPr>
            <a:r>
              <a:rPr lang="en-US" altLang="zh-CN" sz="2100" kern="0">
                <a:solidFill>
                  <a:srgbClr val="168638"/>
                </a:solidFill>
                <a:latin typeface="Calibri"/>
                <a:ea typeface="宋体" panose="02010600030101010101" pitchFamily="2" charset="-122"/>
                <a:cs typeface="Arial Narrow" panose="020B0604020202020204" pitchFamily="34" charset="0"/>
              </a:rPr>
              <a:t>To SYNC NoC Router</a:t>
            </a:r>
            <a:endParaRPr lang="zh-CN" altLang="en-US" sz="2100" kern="0">
              <a:solidFill>
                <a:srgbClr val="168638"/>
              </a:solidFill>
              <a:latin typeface="Calibri"/>
              <a:ea typeface="宋体" panose="02010600030101010101" pitchFamily="2" charset="-122"/>
            </a:endParaRPr>
          </a:p>
        </p:txBody>
      </p:sp>
      <p:cxnSp>
        <p:nvCxnSpPr>
          <p:cNvPr id="566" name="直接箭头连接符 224">
            <a:extLst>
              <a:ext uri="{FF2B5EF4-FFF2-40B4-BE49-F238E27FC236}">
                <a16:creationId xmlns:a16="http://schemas.microsoft.com/office/drawing/2014/main" id="{A801FF9C-F706-2B34-4FA6-D2CAA8BCA99E}"/>
              </a:ext>
            </a:extLst>
          </p:cNvPr>
          <p:cNvCxnSpPr>
            <a:cxnSpLocks/>
            <a:endCxn id="561" idx="1"/>
          </p:cNvCxnSpPr>
          <p:nvPr/>
        </p:nvCxnSpPr>
        <p:spPr>
          <a:xfrm>
            <a:off x="800737" y="6732511"/>
            <a:ext cx="218358" cy="0"/>
          </a:xfrm>
          <a:prstGeom prst="straightConnector1">
            <a:avLst/>
          </a:prstGeom>
          <a:noFill/>
          <a:ln w="19050" cap="flat" cmpd="sng" algn="ctr">
            <a:solidFill>
              <a:srgbClr val="168638"/>
            </a:solidFill>
            <a:prstDash val="sysDash"/>
            <a:miter lim="800000"/>
            <a:headEnd type="none" w="med" len="med"/>
            <a:tailEnd type="triangle" w="med" len="med"/>
          </a:ln>
          <a:effectLst/>
        </p:spPr>
      </p:cxnSp>
      <p:sp>
        <p:nvSpPr>
          <p:cNvPr id="567" name="文本框 225">
            <a:extLst>
              <a:ext uri="{FF2B5EF4-FFF2-40B4-BE49-F238E27FC236}">
                <a16:creationId xmlns:a16="http://schemas.microsoft.com/office/drawing/2014/main" id="{07BBFBA2-D492-8356-CF66-AC049822E973}"/>
              </a:ext>
            </a:extLst>
          </p:cNvPr>
          <p:cNvSpPr txBox="1"/>
          <p:nvPr/>
        </p:nvSpPr>
        <p:spPr>
          <a:xfrm>
            <a:off x="1470150" y="8625512"/>
            <a:ext cx="23859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725759">
              <a:defRPr/>
            </a:pPr>
            <a:r>
              <a:rPr lang="en-US" altLang="zh-CN" sz="3000" b="1" kern="0">
                <a:solidFill>
                  <a:srgbClr val="48592C"/>
                </a:solidFill>
                <a:latin typeface="Calibri"/>
                <a:ea typeface="宋体" panose="02010600030101010101" pitchFamily="2" charset="-122"/>
                <a:cs typeface="Arial Narrow" panose="020B0604020202020204" pitchFamily="34" charset="0"/>
              </a:rPr>
              <a:t>TE Cluster</a:t>
            </a:r>
            <a:endParaRPr lang="zh-CN" altLang="en-US" sz="3000" b="1" kern="0">
              <a:solidFill>
                <a:srgbClr val="48592C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551" name="矩形 209">
            <a:extLst>
              <a:ext uri="{FF2B5EF4-FFF2-40B4-BE49-F238E27FC236}">
                <a16:creationId xmlns:a16="http://schemas.microsoft.com/office/drawing/2014/main" id="{69FE3CCD-3370-0F99-70C9-6269C6BA09B8}"/>
              </a:ext>
            </a:extLst>
          </p:cNvPr>
          <p:cNvSpPr/>
          <p:nvPr/>
        </p:nvSpPr>
        <p:spPr>
          <a:xfrm>
            <a:off x="691213" y="4726666"/>
            <a:ext cx="3815314" cy="4448979"/>
          </a:xfrm>
          <a:prstGeom prst="rect">
            <a:avLst/>
          </a:prstGeom>
          <a:noFill/>
          <a:ln w="19050" cap="flat" cmpd="sng" algn="ctr">
            <a:solidFill>
              <a:srgbClr val="89937A"/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759">
              <a:defRPr/>
            </a:pPr>
            <a:endParaRPr lang="zh-CN" altLang="en-US" sz="2700" b="1" kern="0">
              <a:solidFill>
                <a:srgbClr val="FFFFFF"/>
              </a:solidFill>
              <a:latin typeface="Arial Narrow" panose="020B0604020202020204" pitchFamily="34" charset="0"/>
              <a:ea typeface="宋体" panose="02010600030101010101" pitchFamily="2" charset="-122"/>
              <a:cs typeface="Arial Narrow" panose="020B0604020202020204" pitchFamily="34" charset="0"/>
            </a:endParaRPr>
          </a:p>
        </p:txBody>
      </p:sp>
      <p:sp>
        <p:nvSpPr>
          <p:cNvPr id="568" name="矩形 215">
            <a:extLst>
              <a:ext uri="{FF2B5EF4-FFF2-40B4-BE49-F238E27FC236}">
                <a16:creationId xmlns:a16="http://schemas.microsoft.com/office/drawing/2014/main" id="{C82410B7-FEB3-9C3D-C62A-E20A2EDB67B8}"/>
              </a:ext>
            </a:extLst>
          </p:cNvPr>
          <p:cNvSpPr/>
          <p:nvPr/>
        </p:nvSpPr>
        <p:spPr>
          <a:xfrm>
            <a:off x="5686369" y="5133772"/>
            <a:ext cx="1393206" cy="457181"/>
          </a:xfrm>
          <a:prstGeom prst="rect">
            <a:avLst/>
          </a:prstGeom>
          <a:solidFill>
            <a:srgbClr val="F295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759">
              <a:defRPr/>
            </a:pPr>
            <a:r>
              <a:rPr lang="en-US" altLang="zh-CN" sz="2100" b="1" kern="0" dirty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NoC Router</a:t>
            </a:r>
            <a:endParaRPr lang="zh-CN" altLang="en-US" sz="2100" b="1" kern="0" dirty="0">
              <a:solidFill>
                <a:srgbClr val="FFFFFF"/>
              </a:solidFill>
              <a:latin typeface="Arial Narrow" panose="020B0604020202020204" pitchFamily="34" charset="0"/>
              <a:ea typeface="宋体" panose="02010600030101010101" pitchFamily="2" charset="-122"/>
              <a:cs typeface="Arial Narrow" panose="020B0604020202020204" pitchFamily="34" charset="0"/>
            </a:endParaRPr>
          </a:p>
        </p:txBody>
      </p:sp>
      <p:sp>
        <p:nvSpPr>
          <p:cNvPr id="572" name="Trapezium 571">
            <a:extLst>
              <a:ext uri="{FF2B5EF4-FFF2-40B4-BE49-F238E27FC236}">
                <a16:creationId xmlns:a16="http://schemas.microsoft.com/office/drawing/2014/main" id="{67BE7FD5-A052-03F7-B996-39C18F0CC004}"/>
              </a:ext>
            </a:extLst>
          </p:cNvPr>
          <p:cNvSpPr/>
          <p:nvPr/>
        </p:nvSpPr>
        <p:spPr>
          <a:xfrm rot="16200000">
            <a:off x="4661453" y="5504609"/>
            <a:ext cx="878858" cy="327748"/>
          </a:xfrm>
          <a:prstGeom prst="trapezoid">
            <a:avLst>
              <a:gd name="adj" fmla="val 85282"/>
            </a:avLst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cxnSp>
        <p:nvCxnSpPr>
          <p:cNvPr id="573" name="直接箭头连接符 221">
            <a:extLst>
              <a:ext uri="{FF2B5EF4-FFF2-40B4-BE49-F238E27FC236}">
                <a16:creationId xmlns:a16="http://schemas.microsoft.com/office/drawing/2014/main" id="{54893B34-7907-437A-6A0E-E244196015CE}"/>
              </a:ext>
            </a:extLst>
          </p:cNvPr>
          <p:cNvCxnSpPr>
            <a:cxnSpLocks/>
          </p:cNvCxnSpPr>
          <p:nvPr/>
        </p:nvCxnSpPr>
        <p:spPr>
          <a:xfrm flipH="1">
            <a:off x="5100881" y="5396681"/>
            <a:ext cx="585488" cy="0"/>
          </a:xfrm>
          <a:prstGeom prst="straightConnector1">
            <a:avLst/>
          </a:prstGeom>
          <a:noFill/>
          <a:ln w="38100" cap="flat" cmpd="sng" algn="ctr">
            <a:solidFill>
              <a:srgbClr val="F29545"/>
            </a:solidFill>
            <a:prstDash val="solid"/>
            <a:miter lim="800000"/>
            <a:headEnd type="triangle"/>
            <a:tailEnd type="triangle"/>
          </a:ln>
          <a:effectLst/>
        </p:spPr>
      </p:cxnSp>
      <p:cxnSp>
        <p:nvCxnSpPr>
          <p:cNvPr id="574" name="直接箭头连接符 221">
            <a:extLst>
              <a:ext uri="{FF2B5EF4-FFF2-40B4-BE49-F238E27FC236}">
                <a16:creationId xmlns:a16="http://schemas.microsoft.com/office/drawing/2014/main" id="{9C1850F7-90D1-DDD2-7882-EE9D52D51609}"/>
              </a:ext>
            </a:extLst>
          </p:cNvPr>
          <p:cNvCxnSpPr>
            <a:cxnSpLocks/>
          </p:cNvCxnSpPr>
          <p:nvPr/>
        </p:nvCxnSpPr>
        <p:spPr>
          <a:xfrm flipH="1">
            <a:off x="5100880" y="5863079"/>
            <a:ext cx="464511" cy="0"/>
          </a:xfrm>
          <a:prstGeom prst="straightConnector1">
            <a:avLst/>
          </a:prstGeom>
          <a:noFill/>
          <a:ln w="38100" cap="flat" cmpd="sng" algn="ctr">
            <a:solidFill>
              <a:srgbClr val="F29545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</p:cxnSp>
      <p:cxnSp>
        <p:nvCxnSpPr>
          <p:cNvPr id="575" name="直接箭头连接符 221">
            <a:extLst>
              <a:ext uri="{FF2B5EF4-FFF2-40B4-BE49-F238E27FC236}">
                <a16:creationId xmlns:a16="http://schemas.microsoft.com/office/drawing/2014/main" id="{E62DC2AE-4D9C-BD58-038C-5DA9BF46182E}"/>
              </a:ext>
            </a:extLst>
          </p:cNvPr>
          <p:cNvCxnSpPr>
            <a:cxnSpLocks/>
          </p:cNvCxnSpPr>
          <p:nvPr/>
        </p:nvCxnSpPr>
        <p:spPr>
          <a:xfrm flipV="1">
            <a:off x="5565391" y="5846536"/>
            <a:ext cx="0" cy="1018741"/>
          </a:xfrm>
          <a:prstGeom prst="straightConnector1">
            <a:avLst/>
          </a:prstGeom>
          <a:noFill/>
          <a:ln w="38100" cap="flat" cmpd="sng" algn="ctr">
            <a:solidFill>
              <a:srgbClr val="F29545"/>
            </a:solidFill>
            <a:prstDash val="solid"/>
            <a:miter lim="800000"/>
            <a:headEnd type="triangle" w="med" len="med"/>
            <a:tailEnd type="none" w="med" len="med"/>
          </a:ln>
          <a:effectLst/>
        </p:spPr>
      </p:cxnSp>
      <p:sp>
        <p:nvSpPr>
          <p:cNvPr id="87" name="矩形 215">
            <a:extLst>
              <a:ext uri="{FF2B5EF4-FFF2-40B4-BE49-F238E27FC236}">
                <a16:creationId xmlns:a16="http://schemas.microsoft.com/office/drawing/2014/main" id="{5E2210F1-BDF2-EC35-8297-99F13764A5EA}"/>
              </a:ext>
            </a:extLst>
          </p:cNvPr>
          <p:cNvSpPr/>
          <p:nvPr/>
        </p:nvSpPr>
        <p:spPr>
          <a:xfrm>
            <a:off x="4868788" y="6878104"/>
            <a:ext cx="1681323" cy="457181"/>
          </a:xfrm>
          <a:prstGeom prst="rect">
            <a:avLst/>
          </a:prstGeom>
          <a:solidFill>
            <a:srgbClr val="F2954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725759">
              <a:defRPr/>
            </a:pPr>
            <a:r>
              <a:rPr lang="en-US" altLang="zh-CN" sz="2100" b="1" kern="0" dirty="0">
                <a:solidFill>
                  <a:srgbClr val="FFFFFF"/>
                </a:solidFill>
                <a:latin typeface="Arial Narrow" panose="020B0604020202020204" pitchFamily="34" charset="0"/>
                <a:ea typeface="宋体" panose="02010600030101010101" pitchFamily="2" charset="-122"/>
                <a:cs typeface="Arial Narrow" panose="020B0604020202020204" pitchFamily="34" charset="0"/>
              </a:rPr>
              <a:t>DRAM.ch CTRL</a:t>
            </a:r>
            <a:endParaRPr lang="zh-CN" altLang="en-US" sz="2100" b="1" kern="0" dirty="0">
              <a:solidFill>
                <a:srgbClr val="FFFFFF"/>
              </a:solidFill>
              <a:latin typeface="Arial Narrow" panose="020B0604020202020204" pitchFamily="34" charset="0"/>
              <a:ea typeface="宋体" panose="02010600030101010101" pitchFamily="2" charset="-122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704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D03BA-82AB-C96F-C22D-255A5001A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57DE7-F6E0-96B6-4646-C6B6836C3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57" y="166909"/>
            <a:ext cx="17360030" cy="985559"/>
          </a:xfrm>
        </p:spPr>
        <p:txBody>
          <a:bodyPr/>
          <a:lstStyle/>
          <a:p>
            <a:r>
              <a:rPr lang="en-US" altLang="zh-CN" sz="5080" dirty="0"/>
              <a:t>Benchmark 3D GEMV</a:t>
            </a:r>
            <a:endParaRPr lang="en-CH" sz="508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B0A8D-A795-25C0-8487-8A0815AA113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505907" y="6137853"/>
            <a:ext cx="6840000" cy="288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300" kern="120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/>
              <a:t>24.02.2026</a:t>
            </a:r>
            <a:endParaRPr lang="en-US"/>
          </a:p>
        </p:txBody>
      </p:sp>
      <p:sp>
        <p:nvSpPr>
          <p:cNvPr id="548" name="Content Placeholder 2">
            <a:extLst>
              <a:ext uri="{FF2B5EF4-FFF2-40B4-BE49-F238E27FC236}">
                <a16:creationId xmlns:a16="http://schemas.microsoft.com/office/drawing/2014/main" id="{6DD71765-1F52-91F5-4319-6F02DC89F53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748" y="1152469"/>
            <a:ext cx="6378235" cy="506343"/>
          </a:xfrm>
        </p:spPr>
        <p:txBody>
          <a:bodyPr/>
          <a:lstStyle/>
          <a:p>
            <a:r>
              <a:rPr lang="en-US" altLang="zh-CN" sz="2540" dirty="0"/>
              <a:t>Simple GEMV dataflow for 3D-DRAM arch</a:t>
            </a:r>
            <a:endParaRPr lang="en-CH" sz="2540" dirty="0"/>
          </a:p>
        </p:txBody>
      </p:sp>
      <p:sp>
        <p:nvSpPr>
          <p:cNvPr id="549" name="Rectangle: Rounded Corners 548">
            <a:extLst>
              <a:ext uri="{FF2B5EF4-FFF2-40B4-BE49-F238E27FC236}">
                <a16:creationId xmlns:a16="http://schemas.microsoft.com/office/drawing/2014/main" id="{818D8D90-9442-C0A9-F8C0-0157DEC413E8}"/>
              </a:ext>
            </a:extLst>
          </p:cNvPr>
          <p:cNvSpPr/>
          <p:nvPr/>
        </p:nvSpPr>
        <p:spPr>
          <a:xfrm>
            <a:off x="2877518" y="4856917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50" name="Rectangle: Rounded Corners 549">
            <a:extLst>
              <a:ext uri="{FF2B5EF4-FFF2-40B4-BE49-F238E27FC236}">
                <a16:creationId xmlns:a16="http://schemas.microsoft.com/office/drawing/2014/main" id="{4CDB0D1F-E369-1688-7910-90927966E8D7}"/>
              </a:ext>
            </a:extLst>
          </p:cNvPr>
          <p:cNvSpPr/>
          <p:nvPr/>
        </p:nvSpPr>
        <p:spPr>
          <a:xfrm>
            <a:off x="3658869" y="4856917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69" name="Rectangle: Rounded Corners 568">
            <a:extLst>
              <a:ext uri="{FF2B5EF4-FFF2-40B4-BE49-F238E27FC236}">
                <a16:creationId xmlns:a16="http://schemas.microsoft.com/office/drawing/2014/main" id="{03B13705-17AB-5DA7-1D53-E58B9D3D7B3D}"/>
              </a:ext>
            </a:extLst>
          </p:cNvPr>
          <p:cNvSpPr/>
          <p:nvPr/>
        </p:nvSpPr>
        <p:spPr>
          <a:xfrm>
            <a:off x="4440221" y="4856917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70" name="Rectangle: Rounded Corners 569">
            <a:extLst>
              <a:ext uri="{FF2B5EF4-FFF2-40B4-BE49-F238E27FC236}">
                <a16:creationId xmlns:a16="http://schemas.microsoft.com/office/drawing/2014/main" id="{5EE46602-900F-7CA7-CE87-575940FB6A91}"/>
              </a:ext>
            </a:extLst>
          </p:cNvPr>
          <p:cNvSpPr/>
          <p:nvPr/>
        </p:nvSpPr>
        <p:spPr>
          <a:xfrm>
            <a:off x="5221573" y="4856917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71" name="Rectangle: Rounded Corners 570">
            <a:extLst>
              <a:ext uri="{FF2B5EF4-FFF2-40B4-BE49-F238E27FC236}">
                <a16:creationId xmlns:a16="http://schemas.microsoft.com/office/drawing/2014/main" id="{1CA4EC76-157F-4880-5BDB-01AB200CD65A}"/>
              </a:ext>
            </a:extLst>
          </p:cNvPr>
          <p:cNvSpPr/>
          <p:nvPr/>
        </p:nvSpPr>
        <p:spPr>
          <a:xfrm>
            <a:off x="2877518" y="5638269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C0A050C7-9C98-20B5-B8A5-9CA41D9B6367}"/>
              </a:ext>
            </a:extLst>
          </p:cNvPr>
          <p:cNvSpPr/>
          <p:nvPr/>
        </p:nvSpPr>
        <p:spPr>
          <a:xfrm>
            <a:off x="3658869" y="5638269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7262AF7B-5E8F-D192-73D1-DBB1B2F19ACB}"/>
              </a:ext>
            </a:extLst>
          </p:cNvPr>
          <p:cNvSpPr/>
          <p:nvPr/>
        </p:nvSpPr>
        <p:spPr>
          <a:xfrm>
            <a:off x="4440221" y="5638269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30F3E06E-FF22-C581-C66B-8164EF52BCBE}"/>
              </a:ext>
            </a:extLst>
          </p:cNvPr>
          <p:cNvSpPr/>
          <p:nvPr/>
        </p:nvSpPr>
        <p:spPr>
          <a:xfrm>
            <a:off x="5221573" y="5638269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BE49CEF0-247C-B0F3-A1DB-9AE33016E0CE}"/>
              </a:ext>
            </a:extLst>
          </p:cNvPr>
          <p:cNvSpPr/>
          <p:nvPr/>
        </p:nvSpPr>
        <p:spPr>
          <a:xfrm>
            <a:off x="2877518" y="6419621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237BE416-13E7-A2F5-6984-28774772A3E1}"/>
              </a:ext>
            </a:extLst>
          </p:cNvPr>
          <p:cNvSpPr/>
          <p:nvPr/>
        </p:nvSpPr>
        <p:spPr>
          <a:xfrm>
            <a:off x="3658869" y="6419621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70B68185-BC4E-E266-F82E-62534139188D}"/>
              </a:ext>
            </a:extLst>
          </p:cNvPr>
          <p:cNvSpPr/>
          <p:nvPr/>
        </p:nvSpPr>
        <p:spPr>
          <a:xfrm>
            <a:off x="4440221" y="6419621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964A2CE3-FB25-FB29-BBA8-82477DBA0EBF}"/>
              </a:ext>
            </a:extLst>
          </p:cNvPr>
          <p:cNvSpPr/>
          <p:nvPr/>
        </p:nvSpPr>
        <p:spPr>
          <a:xfrm>
            <a:off x="5221573" y="6419621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D083E61C-3E8D-ABE8-39C2-4DAFC4EE6A9F}"/>
              </a:ext>
            </a:extLst>
          </p:cNvPr>
          <p:cNvSpPr/>
          <p:nvPr/>
        </p:nvSpPr>
        <p:spPr>
          <a:xfrm>
            <a:off x="2877518" y="7200972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59025225-3145-0781-D28E-C5DA11E970E1}"/>
              </a:ext>
            </a:extLst>
          </p:cNvPr>
          <p:cNvSpPr/>
          <p:nvPr/>
        </p:nvSpPr>
        <p:spPr>
          <a:xfrm>
            <a:off x="3658869" y="7200972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10A6F977-3FB4-2984-FF41-9B4D2F1C5AFF}"/>
              </a:ext>
            </a:extLst>
          </p:cNvPr>
          <p:cNvSpPr/>
          <p:nvPr/>
        </p:nvSpPr>
        <p:spPr>
          <a:xfrm>
            <a:off x="4440221" y="7200972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310ABC7B-AB38-2133-9BE9-FD21ED55E3D6}"/>
              </a:ext>
            </a:extLst>
          </p:cNvPr>
          <p:cNvSpPr/>
          <p:nvPr/>
        </p:nvSpPr>
        <p:spPr>
          <a:xfrm>
            <a:off x="5221573" y="7200972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D6C7078D-0FF8-1A4E-A0ED-B8EEDA6D1B19}"/>
              </a:ext>
            </a:extLst>
          </p:cNvPr>
          <p:cNvCxnSpPr>
            <a:cxnSpLocks/>
            <a:endCxn id="86" idx="3"/>
          </p:cNvCxnSpPr>
          <p:nvPr/>
        </p:nvCxnSpPr>
        <p:spPr>
          <a:xfrm>
            <a:off x="3177618" y="6028945"/>
            <a:ext cx="2825307" cy="0"/>
          </a:xfrm>
          <a:prstGeom prst="straightConnector1">
            <a:avLst/>
          </a:prstGeom>
          <a:ln w="38100">
            <a:solidFill>
              <a:schemeClr val="tx2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1EE950C6-F84C-8E95-356A-55F66955A281}"/>
              </a:ext>
            </a:extLst>
          </p:cNvPr>
          <p:cNvCxnSpPr>
            <a:cxnSpLocks/>
          </p:cNvCxnSpPr>
          <p:nvPr/>
        </p:nvCxnSpPr>
        <p:spPr>
          <a:xfrm>
            <a:off x="3096976" y="5236641"/>
            <a:ext cx="2905948" cy="0"/>
          </a:xfrm>
          <a:prstGeom prst="straightConnector1">
            <a:avLst/>
          </a:prstGeom>
          <a:ln w="38100">
            <a:solidFill>
              <a:schemeClr val="tx2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5A5E398-C65B-476F-8BEA-E2B88DA9C5BE}"/>
              </a:ext>
            </a:extLst>
          </p:cNvPr>
          <p:cNvCxnSpPr>
            <a:cxnSpLocks/>
          </p:cNvCxnSpPr>
          <p:nvPr/>
        </p:nvCxnSpPr>
        <p:spPr>
          <a:xfrm>
            <a:off x="3125201" y="6778911"/>
            <a:ext cx="2877724" cy="0"/>
          </a:xfrm>
          <a:prstGeom prst="straightConnector1">
            <a:avLst/>
          </a:prstGeom>
          <a:ln w="38100">
            <a:solidFill>
              <a:schemeClr val="tx2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87111C3D-C3EC-B1A7-4736-3A95F4932D74}"/>
              </a:ext>
            </a:extLst>
          </p:cNvPr>
          <p:cNvCxnSpPr>
            <a:cxnSpLocks/>
          </p:cNvCxnSpPr>
          <p:nvPr/>
        </p:nvCxnSpPr>
        <p:spPr>
          <a:xfrm flipV="1">
            <a:off x="3096976" y="7559119"/>
            <a:ext cx="2905948" cy="32530"/>
          </a:xfrm>
          <a:prstGeom prst="straightConnector1">
            <a:avLst/>
          </a:prstGeom>
          <a:ln w="38100">
            <a:solidFill>
              <a:schemeClr val="tx2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FE0E21E7-9AD9-8ACD-8561-BD4A50490151}"/>
              </a:ext>
            </a:extLst>
          </p:cNvPr>
          <p:cNvSpPr/>
          <p:nvPr/>
        </p:nvSpPr>
        <p:spPr>
          <a:xfrm>
            <a:off x="3023413" y="4946863"/>
            <a:ext cx="489561" cy="115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B92F3E0-7F0A-6872-D9CA-837C275365A8}"/>
              </a:ext>
            </a:extLst>
          </p:cNvPr>
          <p:cNvSpPr/>
          <p:nvPr/>
        </p:nvSpPr>
        <p:spPr>
          <a:xfrm>
            <a:off x="3804763" y="5730101"/>
            <a:ext cx="489561" cy="1154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A382A9BF-4547-0971-9DD0-C61A0E6D1580}"/>
              </a:ext>
            </a:extLst>
          </p:cNvPr>
          <p:cNvSpPr/>
          <p:nvPr/>
        </p:nvSpPr>
        <p:spPr>
          <a:xfrm>
            <a:off x="4611438" y="6513339"/>
            <a:ext cx="489561" cy="11542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12C122A-5DB8-933C-4E9C-07670CBCA03D}"/>
              </a:ext>
            </a:extLst>
          </p:cNvPr>
          <p:cNvSpPr/>
          <p:nvPr/>
        </p:nvSpPr>
        <p:spPr>
          <a:xfrm>
            <a:off x="5367467" y="7296575"/>
            <a:ext cx="489561" cy="1154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C1829B9-04D3-A574-D245-977BD3FE2BC0}"/>
              </a:ext>
            </a:extLst>
          </p:cNvPr>
          <p:cNvSpPr/>
          <p:nvPr/>
        </p:nvSpPr>
        <p:spPr>
          <a:xfrm>
            <a:off x="7664648" y="1940411"/>
            <a:ext cx="489561" cy="48956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41B644D6-5C46-A921-22B9-E786BAC11821}"/>
              </a:ext>
            </a:extLst>
          </p:cNvPr>
          <p:cNvSpPr/>
          <p:nvPr/>
        </p:nvSpPr>
        <p:spPr>
          <a:xfrm>
            <a:off x="8154209" y="1940411"/>
            <a:ext cx="489561" cy="4895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2673D1E9-FC4B-B90B-AF94-FCCA5D76B607}"/>
              </a:ext>
            </a:extLst>
          </p:cNvPr>
          <p:cNvSpPr/>
          <p:nvPr/>
        </p:nvSpPr>
        <p:spPr>
          <a:xfrm>
            <a:off x="8643768" y="1940411"/>
            <a:ext cx="489561" cy="489561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9B4262D-42B3-4024-A928-5DC592191D9A}"/>
              </a:ext>
            </a:extLst>
          </p:cNvPr>
          <p:cNvSpPr/>
          <p:nvPr/>
        </p:nvSpPr>
        <p:spPr>
          <a:xfrm>
            <a:off x="9133329" y="1940411"/>
            <a:ext cx="489561" cy="4895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A4D8D7D7-8ECE-2968-1E2E-4E39E5F06B2C}"/>
              </a:ext>
            </a:extLst>
          </p:cNvPr>
          <p:cNvSpPr/>
          <p:nvPr/>
        </p:nvSpPr>
        <p:spPr>
          <a:xfrm>
            <a:off x="7664648" y="2429973"/>
            <a:ext cx="489561" cy="489561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1042BCCB-BC59-D3BD-D19E-D9B063AE5B0F}"/>
              </a:ext>
            </a:extLst>
          </p:cNvPr>
          <p:cNvSpPr/>
          <p:nvPr/>
        </p:nvSpPr>
        <p:spPr>
          <a:xfrm>
            <a:off x="8154209" y="2429973"/>
            <a:ext cx="489561" cy="48956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31886C68-42C1-FF12-0A9A-8DBEAF1A45B6}"/>
              </a:ext>
            </a:extLst>
          </p:cNvPr>
          <p:cNvSpPr/>
          <p:nvPr/>
        </p:nvSpPr>
        <p:spPr>
          <a:xfrm>
            <a:off x="8643768" y="2429973"/>
            <a:ext cx="489561" cy="48956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136FADA-34C8-A0A2-5479-5C87D4A157A5}"/>
              </a:ext>
            </a:extLst>
          </p:cNvPr>
          <p:cNvSpPr/>
          <p:nvPr/>
        </p:nvSpPr>
        <p:spPr>
          <a:xfrm>
            <a:off x="9133329" y="2429973"/>
            <a:ext cx="489561" cy="48956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19782E01-1C25-A6D9-7D47-E39460FBAF4B}"/>
              </a:ext>
            </a:extLst>
          </p:cNvPr>
          <p:cNvSpPr/>
          <p:nvPr/>
        </p:nvSpPr>
        <p:spPr>
          <a:xfrm>
            <a:off x="7664649" y="2911506"/>
            <a:ext cx="489561" cy="4895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D304C3F5-72EA-D73D-BD5F-C5DBF9D48927}"/>
              </a:ext>
            </a:extLst>
          </p:cNvPr>
          <p:cNvSpPr/>
          <p:nvPr/>
        </p:nvSpPr>
        <p:spPr>
          <a:xfrm>
            <a:off x="8154209" y="2911506"/>
            <a:ext cx="489561" cy="48956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A6D7AD3-30A0-364C-1D74-3458BEFF8DC0}"/>
              </a:ext>
            </a:extLst>
          </p:cNvPr>
          <p:cNvSpPr/>
          <p:nvPr/>
        </p:nvSpPr>
        <p:spPr>
          <a:xfrm>
            <a:off x="8643770" y="2911506"/>
            <a:ext cx="489561" cy="48956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FB1D2272-96B2-3037-553E-64FC6A638CC1}"/>
              </a:ext>
            </a:extLst>
          </p:cNvPr>
          <p:cNvSpPr/>
          <p:nvPr/>
        </p:nvSpPr>
        <p:spPr>
          <a:xfrm>
            <a:off x="9133329" y="2911506"/>
            <a:ext cx="489561" cy="48956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8D0EB3A-1998-7023-DB0F-40EB4A38383C}"/>
              </a:ext>
            </a:extLst>
          </p:cNvPr>
          <p:cNvSpPr/>
          <p:nvPr/>
        </p:nvSpPr>
        <p:spPr>
          <a:xfrm>
            <a:off x="7664649" y="3401067"/>
            <a:ext cx="489561" cy="48956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85BB019-BC39-ED0D-8584-E660CD4B3378}"/>
              </a:ext>
            </a:extLst>
          </p:cNvPr>
          <p:cNvSpPr/>
          <p:nvPr/>
        </p:nvSpPr>
        <p:spPr>
          <a:xfrm>
            <a:off x="8154209" y="3401067"/>
            <a:ext cx="489561" cy="48956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A540454D-40F3-5641-FC5E-706FC0EEF937}"/>
              </a:ext>
            </a:extLst>
          </p:cNvPr>
          <p:cNvSpPr/>
          <p:nvPr/>
        </p:nvSpPr>
        <p:spPr>
          <a:xfrm>
            <a:off x="8643770" y="3401067"/>
            <a:ext cx="489561" cy="489561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1686956-C0A9-1A10-C50A-CF2E07ED41F4}"/>
              </a:ext>
            </a:extLst>
          </p:cNvPr>
          <p:cNvSpPr/>
          <p:nvPr/>
        </p:nvSpPr>
        <p:spPr>
          <a:xfrm>
            <a:off x="9133329" y="3401067"/>
            <a:ext cx="489561" cy="48956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EEB7ABF0-DB7D-3C84-900F-CF87A32DAAA3}"/>
              </a:ext>
            </a:extLst>
          </p:cNvPr>
          <p:cNvSpPr/>
          <p:nvPr/>
        </p:nvSpPr>
        <p:spPr>
          <a:xfrm>
            <a:off x="5083810" y="2861821"/>
            <a:ext cx="489561" cy="115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C6FD0B53-E0AD-F723-1821-8E69006B3E07}"/>
              </a:ext>
            </a:extLst>
          </p:cNvPr>
          <p:cNvSpPr/>
          <p:nvPr/>
        </p:nvSpPr>
        <p:spPr>
          <a:xfrm>
            <a:off x="5573589" y="2861821"/>
            <a:ext cx="489561" cy="1154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44866B51-5B76-1E5A-09B1-50D116BFA1ED}"/>
              </a:ext>
            </a:extLst>
          </p:cNvPr>
          <p:cNvSpPr/>
          <p:nvPr/>
        </p:nvSpPr>
        <p:spPr>
          <a:xfrm>
            <a:off x="6063150" y="2861821"/>
            <a:ext cx="489561" cy="11542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6A9EB7B-153A-CA57-C44C-DF1D610C9711}"/>
              </a:ext>
            </a:extLst>
          </p:cNvPr>
          <p:cNvSpPr/>
          <p:nvPr/>
        </p:nvSpPr>
        <p:spPr>
          <a:xfrm>
            <a:off x="6552711" y="2861821"/>
            <a:ext cx="489561" cy="1154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4C919E2-8D54-4E15-0F51-D691F5C57FDE}"/>
              </a:ext>
            </a:extLst>
          </p:cNvPr>
          <p:cNvSpPr/>
          <p:nvPr/>
        </p:nvSpPr>
        <p:spPr>
          <a:xfrm>
            <a:off x="10469452" y="2861821"/>
            <a:ext cx="489561" cy="1154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D677817F-A9BA-F57D-B8B9-259EF26468B2}"/>
              </a:ext>
            </a:extLst>
          </p:cNvPr>
          <p:cNvSpPr/>
          <p:nvPr/>
        </p:nvSpPr>
        <p:spPr>
          <a:xfrm>
            <a:off x="10959231" y="2861821"/>
            <a:ext cx="489561" cy="1154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12C07A43-33E0-CB61-2524-D44981CC22E1}"/>
              </a:ext>
            </a:extLst>
          </p:cNvPr>
          <p:cNvSpPr/>
          <p:nvPr/>
        </p:nvSpPr>
        <p:spPr>
          <a:xfrm>
            <a:off x="11448792" y="2861821"/>
            <a:ext cx="489561" cy="115425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2F96B8D5-4B00-A1C5-E055-97A7B980B739}"/>
              </a:ext>
            </a:extLst>
          </p:cNvPr>
          <p:cNvSpPr/>
          <p:nvPr/>
        </p:nvSpPr>
        <p:spPr>
          <a:xfrm>
            <a:off x="11938353" y="2861821"/>
            <a:ext cx="489561" cy="1154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dirty="0"/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1E31183D-C9B0-3A6A-E18E-BB4B237C5903}"/>
              </a:ext>
            </a:extLst>
          </p:cNvPr>
          <p:cNvSpPr/>
          <p:nvPr/>
        </p:nvSpPr>
        <p:spPr>
          <a:xfrm>
            <a:off x="7234254" y="4805131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33" name="Rectangle: Rounded Corners 132">
            <a:extLst>
              <a:ext uri="{FF2B5EF4-FFF2-40B4-BE49-F238E27FC236}">
                <a16:creationId xmlns:a16="http://schemas.microsoft.com/office/drawing/2014/main" id="{2055C996-C875-FD19-8BAE-E5D9C747EFB8}"/>
              </a:ext>
            </a:extLst>
          </p:cNvPr>
          <p:cNvSpPr/>
          <p:nvPr/>
        </p:nvSpPr>
        <p:spPr>
          <a:xfrm>
            <a:off x="8015606" y="4805131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B808E9BA-D625-0650-A147-DCECA3C9790A}"/>
              </a:ext>
            </a:extLst>
          </p:cNvPr>
          <p:cNvSpPr/>
          <p:nvPr/>
        </p:nvSpPr>
        <p:spPr>
          <a:xfrm>
            <a:off x="8796958" y="4805131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35" name="Rectangle: Rounded Corners 134">
            <a:extLst>
              <a:ext uri="{FF2B5EF4-FFF2-40B4-BE49-F238E27FC236}">
                <a16:creationId xmlns:a16="http://schemas.microsoft.com/office/drawing/2014/main" id="{F2FC93F9-6507-5199-D1A8-A580CEF250F6}"/>
              </a:ext>
            </a:extLst>
          </p:cNvPr>
          <p:cNvSpPr/>
          <p:nvPr/>
        </p:nvSpPr>
        <p:spPr>
          <a:xfrm>
            <a:off x="9578310" y="4805131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36" name="Rectangle: Rounded Corners 135">
            <a:extLst>
              <a:ext uri="{FF2B5EF4-FFF2-40B4-BE49-F238E27FC236}">
                <a16:creationId xmlns:a16="http://schemas.microsoft.com/office/drawing/2014/main" id="{BC907493-AA83-BDCE-B087-FB7F24671CA7}"/>
              </a:ext>
            </a:extLst>
          </p:cNvPr>
          <p:cNvSpPr/>
          <p:nvPr/>
        </p:nvSpPr>
        <p:spPr>
          <a:xfrm>
            <a:off x="7234254" y="5586483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CC31951D-9193-521D-1658-B9697EB35A48}"/>
              </a:ext>
            </a:extLst>
          </p:cNvPr>
          <p:cNvSpPr/>
          <p:nvPr/>
        </p:nvSpPr>
        <p:spPr>
          <a:xfrm>
            <a:off x="8015606" y="5586483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38" name="Rectangle: Rounded Corners 137">
            <a:extLst>
              <a:ext uri="{FF2B5EF4-FFF2-40B4-BE49-F238E27FC236}">
                <a16:creationId xmlns:a16="http://schemas.microsoft.com/office/drawing/2014/main" id="{50389884-66E5-31B6-74E9-113393EC0B9B}"/>
              </a:ext>
            </a:extLst>
          </p:cNvPr>
          <p:cNvSpPr/>
          <p:nvPr/>
        </p:nvSpPr>
        <p:spPr>
          <a:xfrm>
            <a:off x="8796958" y="5586483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1E7725CA-2C59-ADD5-C77E-6FFC95800033}"/>
              </a:ext>
            </a:extLst>
          </p:cNvPr>
          <p:cNvSpPr/>
          <p:nvPr/>
        </p:nvSpPr>
        <p:spPr>
          <a:xfrm>
            <a:off x="9578310" y="5586483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40" name="Rectangle: Rounded Corners 139">
            <a:extLst>
              <a:ext uri="{FF2B5EF4-FFF2-40B4-BE49-F238E27FC236}">
                <a16:creationId xmlns:a16="http://schemas.microsoft.com/office/drawing/2014/main" id="{9CE96F0A-1FD0-9937-43A9-30B620436A22}"/>
              </a:ext>
            </a:extLst>
          </p:cNvPr>
          <p:cNvSpPr/>
          <p:nvPr/>
        </p:nvSpPr>
        <p:spPr>
          <a:xfrm>
            <a:off x="7234254" y="6367835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41" name="Rectangle: Rounded Corners 140">
            <a:extLst>
              <a:ext uri="{FF2B5EF4-FFF2-40B4-BE49-F238E27FC236}">
                <a16:creationId xmlns:a16="http://schemas.microsoft.com/office/drawing/2014/main" id="{57097A9F-2180-3F07-99A0-40B828F2D651}"/>
              </a:ext>
            </a:extLst>
          </p:cNvPr>
          <p:cNvSpPr/>
          <p:nvPr/>
        </p:nvSpPr>
        <p:spPr>
          <a:xfrm>
            <a:off x="8015606" y="6367835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CC1AF20E-C460-5CF6-546A-91F3EEDB150A}"/>
              </a:ext>
            </a:extLst>
          </p:cNvPr>
          <p:cNvSpPr/>
          <p:nvPr/>
        </p:nvSpPr>
        <p:spPr>
          <a:xfrm>
            <a:off x="8796958" y="6367835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A7800034-5EBE-B009-91AA-A95CD1D7C91A}"/>
              </a:ext>
            </a:extLst>
          </p:cNvPr>
          <p:cNvSpPr/>
          <p:nvPr/>
        </p:nvSpPr>
        <p:spPr>
          <a:xfrm>
            <a:off x="9578310" y="6367835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63B83DD7-57AF-472B-7FD0-6BEC20C07D97}"/>
              </a:ext>
            </a:extLst>
          </p:cNvPr>
          <p:cNvSpPr/>
          <p:nvPr/>
        </p:nvSpPr>
        <p:spPr>
          <a:xfrm>
            <a:off x="7234254" y="7149187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45" name="Rectangle: Rounded Corners 144">
            <a:extLst>
              <a:ext uri="{FF2B5EF4-FFF2-40B4-BE49-F238E27FC236}">
                <a16:creationId xmlns:a16="http://schemas.microsoft.com/office/drawing/2014/main" id="{4837C8C5-77FF-057F-51E7-34844555D790}"/>
              </a:ext>
            </a:extLst>
          </p:cNvPr>
          <p:cNvSpPr/>
          <p:nvPr/>
        </p:nvSpPr>
        <p:spPr>
          <a:xfrm>
            <a:off x="8015606" y="7149187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B968B7C1-2B80-213C-B026-41E4B8BDBFC8}"/>
              </a:ext>
            </a:extLst>
          </p:cNvPr>
          <p:cNvSpPr/>
          <p:nvPr/>
        </p:nvSpPr>
        <p:spPr>
          <a:xfrm>
            <a:off x="8796958" y="7149187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140F5FE8-1A8D-B2B5-2151-F1B4B91DE513}"/>
              </a:ext>
            </a:extLst>
          </p:cNvPr>
          <p:cNvSpPr/>
          <p:nvPr/>
        </p:nvSpPr>
        <p:spPr>
          <a:xfrm>
            <a:off x="9578310" y="7149187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A890A664-2D8C-93DE-7BA8-FAE60A33B81B}"/>
              </a:ext>
            </a:extLst>
          </p:cNvPr>
          <p:cNvSpPr/>
          <p:nvPr/>
        </p:nvSpPr>
        <p:spPr>
          <a:xfrm>
            <a:off x="7380149" y="7212835"/>
            <a:ext cx="489561" cy="1154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D97685A-5F10-AFDA-FB26-C7C8FFAE51B4}"/>
              </a:ext>
            </a:extLst>
          </p:cNvPr>
          <p:cNvSpPr/>
          <p:nvPr/>
        </p:nvSpPr>
        <p:spPr>
          <a:xfrm>
            <a:off x="7380149" y="6416364"/>
            <a:ext cx="489561" cy="11542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31263CD1-A109-AC79-72D7-317E252A5369}"/>
              </a:ext>
            </a:extLst>
          </p:cNvPr>
          <p:cNvSpPr/>
          <p:nvPr/>
        </p:nvSpPr>
        <p:spPr>
          <a:xfrm>
            <a:off x="7380149" y="5650131"/>
            <a:ext cx="489561" cy="1154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43A40F4F-9FB5-B94D-6741-4390A03D982F}"/>
              </a:ext>
            </a:extLst>
          </p:cNvPr>
          <p:cNvSpPr/>
          <p:nvPr/>
        </p:nvSpPr>
        <p:spPr>
          <a:xfrm>
            <a:off x="7380149" y="4879569"/>
            <a:ext cx="489561" cy="115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3F29B78C-BA16-C628-A24E-1BD8944DA453}"/>
              </a:ext>
            </a:extLst>
          </p:cNvPr>
          <p:cNvSpPr/>
          <p:nvPr/>
        </p:nvSpPr>
        <p:spPr>
          <a:xfrm>
            <a:off x="8154209" y="7212835"/>
            <a:ext cx="489561" cy="1154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B8E6A446-94F1-6F2E-C3E4-0C6456E66B03}"/>
              </a:ext>
            </a:extLst>
          </p:cNvPr>
          <p:cNvSpPr/>
          <p:nvPr/>
        </p:nvSpPr>
        <p:spPr>
          <a:xfrm>
            <a:off x="8154209" y="6416364"/>
            <a:ext cx="489561" cy="11542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4E36BFF4-1016-6A0D-337F-BB3515DFCFB1}"/>
              </a:ext>
            </a:extLst>
          </p:cNvPr>
          <p:cNvSpPr/>
          <p:nvPr/>
        </p:nvSpPr>
        <p:spPr>
          <a:xfrm>
            <a:off x="8154209" y="5650131"/>
            <a:ext cx="489561" cy="1154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D2CC306F-9698-D0B5-8203-AB0E97A947DB}"/>
              </a:ext>
            </a:extLst>
          </p:cNvPr>
          <p:cNvSpPr/>
          <p:nvPr/>
        </p:nvSpPr>
        <p:spPr>
          <a:xfrm>
            <a:off x="8154209" y="4879569"/>
            <a:ext cx="489561" cy="115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4C34F2B-A719-1D89-DE14-6FD4A07EBD29}"/>
              </a:ext>
            </a:extLst>
          </p:cNvPr>
          <p:cNvSpPr/>
          <p:nvPr/>
        </p:nvSpPr>
        <p:spPr>
          <a:xfrm>
            <a:off x="8938697" y="7212835"/>
            <a:ext cx="489561" cy="1154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4428F96B-C999-CCB4-FC31-0F252FFF288B}"/>
              </a:ext>
            </a:extLst>
          </p:cNvPr>
          <p:cNvSpPr/>
          <p:nvPr/>
        </p:nvSpPr>
        <p:spPr>
          <a:xfrm>
            <a:off x="8938697" y="6416364"/>
            <a:ext cx="489561" cy="11542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89A4D87A-73A9-13B8-7436-DCA5A11C57EB}"/>
              </a:ext>
            </a:extLst>
          </p:cNvPr>
          <p:cNvSpPr/>
          <p:nvPr/>
        </p:nvSpPr>
        <p:spPr>
          <a:xfrm>
            <a:off x="8938697" y="5650131"/>
            <a:ext cx="489561" cy="1154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BFD50681-DCEB-412A-50A3-F92D77A50104}"/>
              </a:ext>
            </a:extLst>
          </p:cNvPr>
          <p:cNvSpPr/>
          <p:nvPr/>
        </p:nvSpPr>
        <p:spPr>
          <a:xfrm>
            <a:off x="8938697" y="4879569"/>
            <a:ext cx="489561" cy="115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AE416055-7436-0955-F913-876543093C1C}"/>
              </a:ext>
            </a:extLst>
          </p:cNvPr>
          <p:cNvSpPr/>
          <p:nvPr/>
        </p:nvSpPr>
        <p:spPr>
          <a:xfrm>
            <a:off x="9724202" y="7212835"/>
            <a:ext cx="489561" cy="11542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AC719DB9-37AF-22E1-FC1C-AD6CA5FEE85B}"/>
              </a:ext>
            </a:extLst>
          </p:cNvPr>
          <p:cNvSpPr/>
          <p:nvPr/>
        </p:nvSpPr>
        <p:spPr>
          <a:xfrm>
            <a:off x="9724202" y="6416364"/>
            <a:ext cx="489561" cy="11542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3F2A77E-8F8F-4EC8-E95A-3DBBA0F9240C}"/>
              </a:ext>
            </a:extLst>
          </p:cNvPr>
          <p:cNvSpPr/>
          <p:nvPr/>
        </p:nvSpPr>
        <p:spPr>
          <a:xfrm>
            <a:off x="9724202" y="5650131"/>
            <a:ext cx="489561" cy="1154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C8131571-39DD-5B87-525E-9F4A8101080C}"/>
              </a:ext>
            </a:extLst>
          </p:cNvPr>
          <p:cNvSpPr/>
          <p:nvPr/>
        </p:nvSpPr>
        <p:spPr>
          <a:xfrm>
            <a:off x="9724202" y="4879569"/>
            <a:ext cx="489561" cy="1154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04" name="Rectangle 403">
            <a:extLst>
              <a:ext uri="{FF2B5EF4-FFF2-40B4-BE49-F238E27FC236}">
                <a16:creationId xmlns:a16="http://schemas.microsoft.com/office/drawing/2014/main" id="{7ED258A5-E096-7C49-C777-06D35E05C66B}"/>
              </a:ext>
            </a:extLst>
          </p:cNvPr>
          <p:cNvSpPr/>
          <p:nvPr/>
        </p:nvSpPr>
        <p:spPr>
          <a:xfrm>
            <a:off x="7380149" y="5013040"/>
            <a:ext cx="489561" cy="489561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05" name="Rectangle 404">
            <a:extLst>
              <a:ext uri="{FF2B5EF4-FFF2-40B4-BE49-F238E27FC236}">
                <a16:creationId xmlns:a16="http://schemas.microsoft.com/office/drawing/2014/main" id="{3BA4E87D-9BF5-7B3C-2E5A-6B960E0DC3F0}"/>
              </a:ext>
            </a:extLst>
          </p:cNvPr>
          <p:cNvSpPr/>
          <p:nvPr/>
        </p:nvSpPr>
        <p:spPr>
          <a:xfrm>
            <a:off x="8154209" y="5800989"/>
            <a:ext cx="489561" cy="48956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06" name="Rectangle 405">
            <a:extLst>
              <a:ext uri="{FF2B5EF4-FFF2-40B4-BE49-F238E27FC236}">
                <a16:creationId xmlns:a16="http://schemas.microsoft.com/office/drawing/2014/main" id="{A491AF94-E4C2-8B00-74DA-840E10132D9A}"/>
              </a:ext>
            </a:extLst>
          </p:cNvPr>
          <p:cNvSpPr/>
          <p:nvPr/>
        </p:nvSpPr>
        <p:spPr>
          <a:xfrm>
            <a:off x="8938697" y="6580498"/>
            <a:ext cx="489561" cy="489561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07" name="Rectangle 406">
            <a:extLst>
              <a:ext uri="{FF2B5EF4-FFF2-40B4-BE49-F238E27FC236}">
                <a16:creationId xmlns:a16="http://schemas.microsoft.com/office/drawing/2014/main" id="{43853A91-6ED6-0C5E-BEC3-3F20E1427FBB}"/>
              </a:ext>
            </a:extLst>
          </p:cNvPr>
          <p:cNvSpPr/>
          <p:nvPr/>
        </p:nvSpPr>
        <p:spPr>
          <a:xfrm>
            <a:off x="9724202" y="7355926"/>
            <a:ext cx="489561" cy="48956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08" name="Rectangle 407">
            <a:extLst>
              <a:ext uri="{FF2B5EF4-FFF2-40B4-BE49-F238E27FC236}">
                <a16:creationId xmlns:a16="http://schemas.microsoft.com/office/drawing/2014/main" id="{A57BE047-EBB4-B691-02BA-778E1B4B0118}"/>
              </a:ext>
            </a:extLst>
          </p:cNvPr>
          <p:cNvSpPr/>
          <p:nvPr/>
        </p:nvSpPr>
        <p:spPr>
          <a:xfrm>
            <a:off x="7381856" y="5801634"/>
            <a:ext cx="489561" cy="489561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09" name="Rectangle 408">
            <a:extLst>
              <a:ext uri="{FF2B5EF4-FFF2-40B4-BE49-F238E27FC236}">
                <a16:creationId xmlns:a16="http://schemas.microsoft.com/office/drawing/2014/main" id="{FC87CE1E-C628-DBBD-9380-19D24BA198BB}"/>
              </a:ext>
            </a:extLst>
          </p:cNvPr>
          <p:cNvSpPr/>
          <p:nvPr/>
        </p:nvSpPr>
        <p:spPr>
          <a:xfrm>
            <a:off x="8154209" y="6580498"/>
            <a:ext cx="489561" cy="48956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10" name="Rectangle 409">
            <a:extLst>
              <a:ext uri="{FF2B5EF4-FFF2-40B4-BE49-F238E27FC236}">
                <a16:creationId xmlns:a16="http://schemas.microsoft.com/office/drawing/2014/main" id="{2376BFA4-6AF0-8E98-2165-5D9F4EAC4577}"/>
              </a:ext>
            </a:extLst>
          </p:cNvPr>
          <p:cNvSpPr/>
          <p:nvPr/>
        </p:nvSpPr>
        <p:spPr>
          <a:xfrm>
            <a:off x="8958707" y="7355926"/>
            <a:ext cx="489561" cy="489561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11" name="Rectangle 410">
            <a:extLst>
              <a:ext uri="{FF2B5EF4-FFF2-40B4-BE49-F238E27FC236}">
                <a16:creationId xmlns:a16="http://schemas.microsoft.com/office/drawing/2014/main" id="{67C12549-9522-26C3-1B38-CE0F1289C86D}"/>
              </a:ext>
            </a:extLst>
          </p:cNvPr>
          <p:cNvSpPr/>
          <p:nvPr/>
        </p:nvSpPr>
        <p:spPr>
          <a:xfrm>
            <a:off x="9724202" y="5013040"/>
            <a:ext cx="489561" cy="48956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12" name="Rectangle 411">
            <a:extLst>
              <a:ext uri="{FF2B5EF4-FFF2-40B4-BE49-F238E27FC236}">
                <a16:creationId xmlns:a16="http://schemas.microsoft.com/office/drawing/2014/main" id="{5AD9668F-065E-F2CF-4B82-249F0F05A921}"/>
              </a:ext>
            </a:extLst>
          </p:cNvPr>
          <p:cNvSpPr/>
          <p:nvPr/>
        </p:nvSpPr>
        <p:spPr>
          <a:xfrm>
            <a:off x="7380149" y="6580498"/>
            <a:ext cx="489561" cy="48956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13" name="Rectangle 412">
            <a:extLst>
              <a:ext uri="{FF2B5EF4-FFF2-40B4-BE49-F238E27FC236}">
                <a16:creationId xmlns:a16="http://schemas.microsoft.com/office/drawing/2014/main" id="{DE3140A7-45F7-7328-E0F9-8468D4EFCB1C}"/>
              </a:ext>
            </a:extLst>
          </p:cNvPr>
          <p:cNvSpPr/>
          <p:nvPr/>
        </p:nvSpPr>
        <p:spPr>
          <a:xfrm>
            <a:off x="8154209" y="7355926"/>
            <a:ext cx="489561" cy="48956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14" name="Rectangle 413">
            <a:extLst>
              <a:ext uri="{FF2B5EF4-FFF2-40B4-BE49-F238E27FC236}">
                <a16:creationId xmlns:a16="http://schemas.microsoft.com/office/drawing/2014/main" id="{E35B6D01-1DFC-4FB7-B456-372EC7DD5EE4}"/>
              </a:ext>
            </a:extLst>
          </p:cNvPr>
          <p:cNvSpPr/>
          <p:nvPr/>
        </p:nvSpPr>
        <p:spPr>
          <a:xfrm>
            <a:off x="8938697" y="5013040"/>
            <a:ext cx="489561" cy="489561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15" name="Rectangle 414">
            <a:extLst>
              <a:ext uri="{FF2B5EF4-FFF2-40B4-BE49-F238E27FC236}">
                <a16:creationId xmlns:a16="http://schemas.microsoft.com/office/drawing/2014/main" id="{6596135B-04FD-7351-664B-0E0EF2AD6E5D}"/>
              </a:ext>
            </a:extLst>
          </p:cNvPr>
          <p:cNvSpPr/>
          <p:nvPr/>
        </p:nvSpPr>
        <p:spPr>
          <a:xfrm>
            <a:off x="9722599" y="5800989"/>
            <a:ext cx="489561" cy="48956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62409D1D-8210-02B8-B77F-AE460C6B61E8}"/>
              </a:ext>
            </a:extLst>
          </p:cNvPr>
          <p:cNvSpPr/>
          <p:nvPr/>
        </p:nvSpPr>
        <p:spPr>
          <a:xfrm>
            <a:off x="7381856" y="7355926"/>
            <a:ext cx="489561" cy="489561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17" name="Rectangle 416">
            <a:extLst>
              <a:ext uri="{FF2B5EF4-FFF2-40B4-BE49-F238E27FC236}">
                <a16:creationId xmlns:a16="http://schemas.microsoft.com/office/drawing/2014/main" id="{426E6269-3517-B7E9-658C-7688ABF79EC1}"/>
              </a:ext>
            </a:extLst>
          </p:cNvPr>
          <p:cNvSpPr/>
          <p:nvPr/>
        </p:nvSpPr>
        <p:spPr>
          <a:xfrm>
            <a:off x="8154209" y="5013040"/>
            <a:ext cx="489561" cy="48956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18" name="Rectangle 417">
            <a:extLst>
              <a:ext uri="{FF2B5EF4-FFF2-40B4-BE49-F238E27FC236}">
                <a16:creationId xmlns:a16="http://schemas.microsoft.com/office/drawing/2014/main" id="{56C118C7-C903-F61E-745F-A19077B7453C}"/>
              </a:ext>
            </a:extLst>
          </p:cNvPr>
          <p:cNvSpPr/>
          <p:nvPr/>
        </p:nvSpPr>
        <p:spPr>
          <a:xfrm>
            <a:off x="8958707" y="5800989"/>
            <a:ext cx="489561" cy="489561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A37AC628-8504-EE48-FEEF-E668CBA147D9}"/>
              </a:ext>
            </a:extLst>
          </p:cNvPr>
          <p:cNvSpPr/>
          <p:nvPr/>
        </p:nvSpPr>
        <p:spPr>
          <a:xfrm>
            <a:off x="9722599" y="6589070"/>
            <a:ext cx="489561" cy="48956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2857" b="1" dirty="0">
                <a:solidFill>
                  <a:schemeClr val="bg2"/>
                </a:solidFill>
                <a:latin typeface="+mj-lt"/>
                <a:cs typeface="Arial Narrow" panose="020B0604020202020204" pitchFamily="34" charset="0"/>
              </a:rPr>
              <a:t>M</a:t>
            </a:r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C14147A3-C20F-78DD-48F8-B9DA2B61FD0E}"/>
              </a:ext>
            </a:extLst>
          </p:cNvPr>
          <p:cNvSpPr txBox="1"/>
          <p:nvPr/>
        </p:nvSpPr>
        <p:spPr>
          <a:xfrm>
            <a:off x="6967434" y="8096252"/>
            <a:ext cx="4481359" cy="53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57" b="1" dirty="0"/>
              <a:t>2. Cluster-wise local GEMV</a:t>
            </a:r>
            <a:endParaRPr lang="en-CH" sz="2857" b="1" dirty="0"/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DBF6156D-3807-FC63-F489-104514604A9B}"/>
              </a:ext>
            </a:extLst>
          </p:cNvPr>
          <p:cNvSpPr txBox="1"/>
          <p:nvPr/>
        </p:nvSpPr>
        <p:spPr>
          <a:xfrm>
            <a:off x="7173774" y="2586539"/>
            <a:ext cx="489561" cy="53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57" b="1" dirty="0"/>
              <a:t>x</a:t>
            </a:r>
            <a:endParaRPr lang="en-CH" sz="2857" b="1" dirty="0"/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3040BA8B-F2EE-E391-8A98-A56EFBB8AFD0}"/>
              </a:ext>
            </a:extLst>
          </p:cNvPr>
          <p:cNvSpPr txBox="1"/>
          <p:nvPr/>
        </p:nvSpPr>
        <p:spPr>
          <a:xfrm>
            <a:off x="9737884" y="2586539"/>
            <a:ext cx="489561" cy="53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57" b="1" dirty="0"/>
              <a:t>=</a:t>
            </a:r>
            <a:endParaRPr lang="en-CH" sz="2857" b="1" dirty="0"/>
          </a:p>
        </p:txBody>
      </p:sp>
      <p:sp>
        <p:nvSpPr>
          <p:cNvPr id="423" name="Rectangle: Rounded Corners 422">
            <a:extLst>
              <a:ext uri="{FF2B5EF4-FFF2-40B4-BE49-F238E27FC236}">
                <a16:creationId xmlns:a16="http://schemas.microsoft.com/office/drawing/2014/main" id="{87027190-0D96-9A6F-1DBF-B4F96DA11E5F}"/>
              </a:ext>
            </a:extLst>
          </p:cNvPr>
          <p:cNvSpPr/>
          <p:nvPr/>
        </p:nvSpPr>
        <p:spPr>
          <a:xfrm>
            <a:off x="11452122" y="4856917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24" name="Rectangle: Rounded Corners 423">
            <a:extLst>
              <a:ext uri="{FF2B5EF4-FFF2-40B4-BE49-F238E27FC236}">
                <a16:creationId xmlns:a16="http://schemas.microsoft.com/office/drawing/2014/main" id="{30409478-8E34-3278-CEEE-CBD1D7870FD6}"/>
              </a:ext>
            </a:extLst>
          </p:cNvPr>
          <p:cNvSpPr/>
          <p:nvPr/>
        </p:nvSpPr>
        <p:spPr>
          <a:xfrm>
            <a:off x="12233474" y="4856917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25" name="Rectangle: Rounded Corners 424">
            <a:extLst>
              <a:ext uri="{FF2B5EF4-FFF2-40B4-BE49-F238E27FC236}">
                <a16:creationId xmlns:a16="http://schemas.microsoft.com/office/drawing/2014/main" id="{C418CA7F-AF2C-6B72-62E6-344690003E1C}"/>
              </a:ext>
            </a:extLst>
          </p:cNvPr>
          <p:cNvSpPr/>
          <p:nvPr/>
        </p:nvSpPr>
        <p:spPr>
          <a:xfrm>
            <a:off x="13014826" y="4856917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26" name="Rectangle: Rounded Corners 425">
            <a:extLst>
              <a:ext uri="{FF2B5EF4-FFF2-40B4-BE49-F238E27FC236}">
                <a16:creationId xmlns:a16="http://schemas.microsoft.com/office/drawing/2014/main" id="{063E97A8-0680-63B8-5054-E858E7B77B03}"/>
              </a:ext>
            </a:extLst>
          </p:cNvPr>
          <p:cNvSpPr/>
          <p:nvPr/>
        </p:nvSpPr>
        <p:spPr>
          <a:xfrm>
            <a:off x="13796177" y="4856917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27" name="Rectangle: Rounded Corners 426">
            <a:extLst>
              <a:ext uri="{FF2B5EF4-FFF2-40B4-BE49-F238E27FC236}">
                <a16:creationId xmlns:a16="http://schemas.microsoft.com/office/drawing/2014/main" id="{CDF75EA5-1B8C-51D0-9044-CF518CB93B2C}"/>
              </a:ext>
            </a:extLst>
          </p:cNvPr>
          <p:cNvSpPr/>
          <p:nvPr/>
        </p:nvSpPr>
        <p:spPr>
          <a:xfrm>
            <a:off x="11452122" y="5638269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28" name="Rectangle: Rounded Corners 427">
            <a:extLst>
              <a:ext uri="{FF2B5EF4-FFF2-40B4-BE49-F238E27FC236}">
                <a16:creationId xmlns:a16="http://schemas.microsoft.com/office/drawing/2014/main" id="{BACA885F-A499-1ECA-3A3B-00E5A6CC6549}"/>
              </a:ext>
            </a:extLst>
          </p:cNvPr>
          <p:cNvSpPr/>
          <p:nvPr/>
        </p:nvSpPr>
        <p:spPr>
          <a:xfrm>
            <a:off x="12233474" y="5638269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29" name="Rectangle: Rounded Corners 428">
            <a:extLst>
              <a:ext uri="{FF2B5EF4-FFF2-40B4-BE49-F238E27FC236}">
                <a16:creationId xmlns:a16="http://schemas.microsoft.com/office/drawing/2014/main" id="{44B0D80B-2AC1-9276-886C-E03F21436147}"/>
              </a:ext>
            </a:extLst>
          </p:cNvPr>
          <p:cNvSpPr/>
          <p:nvPr/>
        </p:nvSpPr>
        <p:spPr>
          <a:xfrm>
            <a:off x="13014826" y="5638269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36" name="Rectangle: Rounded Corners 435">
            <a:extLst>
              <a:ext uri="{FF2B5EF4-FFF2-40B4-BE49-F238E27FC236}">
                <a16:creationId xmlns:a16="http://schemas.microsoft.com/office/drawing/2014/main" id="{D0D5D26E-C3CC-7808-7983-85E7E4F8DB03}"/>
              </a:ext>
            </a:extLst>
          </p:cNvPr>
          <p:cNvSpPr/>
          <p:nvPr/>
        </p:nvSpPr>
        <p:spPr>
          <a:xfrm>
            <a:off x="13796177" y="5638269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37" name="Rectangle: Rounded Corners 436">
            <a:extLst>
              <a:ext uri="{FF2B5EF4-FFF2-40B4-BE49-F238E27FC236}">
                <a16:creationId xmlns:a16="http://schemas.microsoft.com/office/drawing/2014/main" id="{67F7050F-A000-4EAE-C22A-E6591BDE32CC}"/>
              </a:ext>
            </a:extLst>
          </p:cNvPr>
          <p:cNvSpPr/>
          <p:nvPr/>
        </p:nvSpPr>
        <p:spPr>
          <a:xfrm>
            <a:off x="11452122" y="6419621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438" name="Rectangle: Rounded Corners 437">
            <a:extLst>
              <a:ext uri="{FF2B5EF4-FFF2-40B4-BE49-F238E27FC236}">
                <a16:creationId xmlns:a16="http://schemas.microsoft.com/office/drawing/2014/main" id="{651E5CF5-2FE0-DA4C-DA56-A396505AD935}"/>
              </a:ext>
            </a:extLst>
          </p:cNvPr>
          <p:cNvSpPr/>
          <p:nvPr/>
        </p:nvSpPr>
        <p:spPr>
          <a:xfrm>
            <a:off x="12233474" y="6419621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76" name="Rectangle: Rounded Corners 575">
            <a:extLst>
              <a:ext uri="{FF2B5EF4-FFF2-40B4-BE49-F238E27FC236}">
                <a16:creationId xmlns:a16="http://schemas.microsoft.com/office/drawing/2014/main" id="{DA56BF07-4EE8-E430-5BD8-6470DF728978}"/>
              </a:ext>
            </a:extLst>
          </p:cNvPr>
          <p:cNvSpPr/>
          <p:nvPr/>
        </p:nvSpPr>
        <p:spPr>
          <a:xfrm>
            <a:off x="13014826" y="6419621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77" name="Rectangle: Rounded Corners 576">
            <a:extLst>
              <a:ext uri="{FF2B5EF4-FFF2-40B4-BE49-F238E27FC236}">
                <a16:creationId xmlns:a16="http://schemas.microsoft.com/office/drawing/2014/main" id="{6139298F-5FB0-5E48-F91F-4F73CC7CAE9B}"/>
              </a:ext>
            </a:extLst>
          </p:cNvPr>
          <p:cNvSpPr/>
          <p:nvPr/>
        </p:nvSpPr>
        <p:spPr>
          <a:xfrm>
            <a:off x="13796177" y="6419621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78" name="Rectangle: Rounded Corners 577">
            <a:extLst>
              <a:ext uri="{FF2B5EF4-FFF2-40B4-BE49-F238E27FC236}">
                <a16:creationId xmlns:a16="http://schemas.microsoft.com/office/drawing/2014/main" id="{662439EF-DFE2-9593-DE39-384C766E7BC0}"/>
              </a:ext>
            </a:extLst>
          </p:cNvPr>
          <p:cNvSpPr/>
          <p:nvPr/>
        </p:nvSpPr>
        <p:spPr>
          <a:xfrm>
            <a:off x="11452122" y="7200972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79" name="Rectangle: Rounded Corners 578">
            <a:extLst>
              <a:ext uri="{FF2B5EF4-FFF2-40B4-BE49-F238E27FC236}">
                <a16:creationId xmlns:a16="http://schemas.microsoft.com/office/drawing/2014/main" id="{6808DB88-1728-FE88-2F50-5B912B5D458C}"/>
              </a:ext>
            </a:extLst>
          </p:cNvPr>
          <p:cNvSpPr/>
          <p:nvPr/>
        </p:nvSpPr>
        <p:spPr>
          <a:xfrm>
            <a:off x="12233474" y="7200972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80" name="Rectangle: Rounded Corners 579">
            <a:extLst>
              <a:ext uri="{FF2B5EF4-FFF2-40B4-BE49-F238E27FC236}">
                <a16:creationId xmlns:a16="http://schemas.microsoft.com/office/drawing/2014/main" id="{DBA34BAA-D0DE-F509-5BA2-682CE8A1E2E2}"/>
              </a:ext>
            </a:extLst>
          </p:cNvPr>
          <p:cNvSpPr/>
          <p:nvPr/>
        </p:nvSpPr>
        <p:spPr>
          <a:xfrm>
            <a:off x="13014826" y="7200972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81" name="Rectangle: Rounded Corners 580">
            <a:extLst>
              <a:ext uri="{FF2B5EF4-FFF2-40B4-BE49-F238E27FC236}">
                <a16:creationId xmlns:a16="http://schemas.microsoft.com/office/drawing/2014/main" id="{03543381-BA56-EF28-EE51-D18E4EB2E030}"/>
              </a:ext>
            </a:extLst>
          </p:cNvPr>
          <p:cNvSpPr/>
          <p:nvPr/>
        </p:nvSpPr>
        <p:spPr>
          <a:xfrm>
            <a:off x="13796177" y="7200972"/>
            <a:ext cx="781352" cy="781352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905" b="1" dirty="0">
                <a:solidFill>
                  <a:schemeClr val="tx1"/>
                </a:solidFill>
                <a:latin typeface="+mj-lt"/>
                <a:cs typeface="Arial Narrow" panose="020B0604020202020204" pitchFamily="34" charset="0"/>
              </a:rPr>
              <a:t>cluster</a:t>
            </a:r>
            <a:endParaRPr lang="en-CH" sz="1905" b="1" dirty="0">
              <a:solidFill>
                <a:schemeClr val="tx1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E8F8EBE9-F07D-5CE5-9BB7-8C7E2007FB04}"/>
              </a:ext>
            </a:extLst>
          </p:cNvPr>
          <p:cNvSpPr/>
          <p:nvPr/>
        </p:nvSpPr>
        <p:spPr>
          <a:xfrm>
            <a:off x="11598017" y="4946863"/>
            <a:ext cx="489561" cy="11542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87" name="Rectangle 586">
            <a:extLst>
              <a:ext uri="{FF2B5EF4-FFF2-40B4-BE49-F238E27FC236}">
                <a16:creationId xmlns:a16="http://schemas.microsoft.com/office/drawing/2014/main" id="{50C6C687-E207-11EB-E824-6FA9AC101000}"/>
              </a:ext>
            </a:extLst>
          </p:cNvPr>
          <p:cNvSpPr/>
          <p:nvPr/>
        </p:nvSpPr>
        <p:spPr>
          <a:xfrm>
            <a:off x="12379368" y="5730101"/>
            <a:ext cx="489561" cy="1154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88" name="Rectangle 587">
            <a:extLst>
              <a:ext uri="{FF2B5EF4-FFF2-40B4-BE49-F238E27FC236}">
                <a16:creationId xmlns:a16="http://schemas.microsoft.com/office/drawing/2014/main" id="{85B68E6D-1CDE-0874-87C1-F8D1B4733279}"/>
              </a:ext>
            </a:extLst>
          </p:cNvPr>
          <p:cNvSpPr/>
          <p:nvPr/>
        </p:nvSpPr>
        <p:spPr>
          <a:xfrm>
            <a:off x="13186042" y="6513339"/>
            <a:ext cx="489561" cy="115425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89" name="Rectangle 588">
            <a:extLst>
              <a:ext uri="{FF2B5EF4-FFF2-40B4-BE49-F238E27FC236}">
                <a16:creationId xmlns:a16="http://schemas.microsoft.com/office/drawing/2014/main" id="{D7EE9367-2F32-E26F-5BF5-913902287DEF}"/>
              </a:ext>
            </a:extLst>
          </p:cNvPr>
          <p:cNvSpPr/>
          <p:nvPr/>
        </p:nvSpPr>
        <p:spPr>
          <a:xfrm>
            <a:off x="13942071" y="7296575"/>
            <a:ext cx="489561" cy="11542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590" name="TextBox 589">
            <a:extLst>
              <a:ext uri="{FF2B5EF4-FFF2-40B4-BE49-F238E27FC236}">
                <a16:creationId xmlns:a16="http://schemas.microsoft.com/office/drawing/2014/main" id="{A90CB6A7-2684-0D7C-FBCF-54D703AE1D75}"/>
              </a:ext>
            </a:extLst>
          </p:cNvPr>
          <p:cNvSpPr txBox="1"/>
          <p:nvPr/>
        </p:nvSpPr>
        <p:spPr>
          <a:xfrm>
            <a:off x="2647441" y="8096252"/>
            <a:ext cx="3619339" cy="53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57" b="1" dirty="0"/>
              <a:t>1.Row-wise Multicast</a:t>
            </a:r>
            <a:endParaRPr lang="en-CH" sz="2857" b="1" dirty="0"/>
          </a:p>
        </p:txBody>
      </p:sp>
      <p:sp>
        <p:nvSpPr>
          <p:cNvPr id="591" name="TextBox 590">
            <a:extLst>
              <a:ext uri="{FF2B5EF4-FFF2-40B4-BE49-F238E27FC236}">
                <a16:creationId xmlns:a16="http://schemas.microsoft.com/office/drawing/2014/main" id="{043FAB14-7AB8-306D-DABC-9D37E15400DF}"/>
              </a:ext>
            </a:extLst>
          </p:cNvPr>
          <p:cNvSpPr txBox="1"/>
          <p:nvPr/>
        </p:nvSpPr>
        <p:spPr>
          <a:xfrm>
            <a:off x="11452121" y="8096252"/>
            <a:ext cx="3355484" cy="5320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57" b="1" dirty="0"/>
              <a:t>3. Col-wise Reduce</a:t>
            </a:r>
            <a:endParaRPr lang="en-CH" sz="2857" b="1" dirty="0"/>
          </a:p>
        </p:txBody>
      </p:sp>
      <p:cxnSp>
        <p:nvCxnSpPr>
          <p:cNvPr id="592" name="Straight Arrow Connector 591">
            <a:extLst>
              <a:ext uri="{FF2B5EF4-FFF2-40B4-BE49-F238E27FC236}">
                <a16:creationId xmlns:a16="http://schemas.microsoft.com/office/drawing/2014/main" id="{58EBC131-96EE-885B-9F84-2F756FCADDFC}"/>
              </a:ext>
            </a:extLst>
          </p:cNvPr>
          <p:cNvCxnSpPr>
            <a:cxnSpLocks/>
          </p:cNvCxnSpPr>
          <p:nvPr/>
        </p:nvCxnSpPr>
        <p:spPr>
          <a:xfrm flipV="1">
            <a:off x="11892719" y="5237516"/>
            <a:ext cx="0" cy="2364208"/>
          </a:xfrm>
          <a:prstGeom prst="straightConnector1">
            <a:avLst/>
          </a:prstGeom>
          <a:ln w="38100">
            <a:solidFill>
              <a:schemeClr val="tx2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3" name="Straight Arrow Connector 592">
            <a:extLst>
              <a:ext uri="{FF2B5EF4-FFF2-40B4-BE49-F238E27FC236}">
                <a16:creationId xmlns:a16="http://schemas.microsoft.com/office/drawing/2014/main" id="{8225F030-64D3-E947-15DE-7592DFC5B6BF}"/>
              </a:ext>
            </a:extLst>
          </p:cNvPr>
          <p:cNvCxnSpPr>
            <a:cxnSpLocks/>
          </p:cNvCxnSpPr>
          <p:nvPr/>
        </p:nvCxnSpPr>
        <p:spPr>
          <a:xfrm flipV="1">
            <a:off x="12666837" y="5237516"/>
            <a:ext cx="0" cy="2364208"/>
          </a:xfrm>
          <a:prstGeom prst="straightConnector1">
            <a:avLst/>
          </a:prstGeom>
          <a:ln w="38100">
            <a:solidFill>
              <a:schemeClr val="tx2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4" name="Straight Arrow Connector 593">
            <a:extLst>
              <a:ext uri="{FF2B5EF4-FFF2-40B4-BE49-F238E27FC236}">
                <a16:creationId xmlns:a16="http://schemas.microsoft.com/office/drawing/2014/main" id="{4708E170-9863-CB6F-CF21-C993A51D5833}"/>
              </a:ext>
            </a:extLst>
          </p:cNvPr>
          <p:cNvCxnSpPr>
            <a:cxnSpLocks/>
          </p:cNvCxnSpPr>
          <p:nvPr/>
        </p:nvCxnSpPr>
        <p:spPr>
          <a:xfrm flipV="1">
            <a:off x="13440955" y="5237516"/>
            <a:ext cx="0" cy="2364208"/>
          </a:xfrm>
          <a:prstGeom prst="straightConnector1">
            <a:avLst/>
          </a:prstGeom>
          <a:ln w="38100">
            <a:solidFill>
              <a:schemeClr val="tx2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5" name="Straight Arrow Connector 594">
            <a:extLst>
              <a:ext uri="{FF2B5EF4-FFF2-40B4-BE49-F238E27FC236}">
                <a16:creationId xmlns:a16="http://schemas.microsoft.com/office/drawing/2014/main" id="{1D6E79A7-F204-5765-2035-B601E887F833}"/>
              </a:ext>
            </a:extLst>
          </p:cNvPr>
          <p:cNvCxnSpPr>
            <a:cxnSpLocks/>
          </p:cNvCxnSpPr>
          <p:nvPr/>
        </p:nvCxnSpPr>
        <p:spPr>
          <a:xfrm flipV="1">
            <a:off x="14215073" y="5237516"/>
            <a:ext cx="0" cy="2364208"/>
          </a:xfrm>
          <a:prstGeom prst="straightConnector1">
            <a:avLst/>
          </a:prstGeom>
          <a:ln w="38100">
            <a:solidFill>
              <a:schemeClr val="tx2"/>
            </a:solidFill>
            <a:prstDash val="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0767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E94D9-90FF-0CDB-06D1-E39C59D2B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F2119-800C-CE9B-C08C-0869EED00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57" y="166909"/>
            <a:ext cx="17360030" cy="985559"/>
          </a:xfrm>
        </p:spPr>
        <p:txBody>
          <a:bodyPr/>
          <a:lstStyle/>
          <a:p>
            <a:r>
              <a:rPr lang="en-US" altLang="zh-CN" sz="5080" dirty="0"/>
              <a:t>Benchmark 3D GEMV</a:t>
            </a:r>
            <a:endParaRPr lang="en-CH" sz="508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0AC90-8E8B-82B3-29DC-B1412B8433A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505907" y="6137853"/>
            <a:ext cx="6840000" cy="288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300" kern="120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/>
              <a:t>24.02.2026</a:t>
            </a:r>
            <a:endParaRPr lang="en-US"/>
          </a:p>
        </p:txBody>
      </p:sp>
      <p:sp>
        <p:nvSpPr>
          <p:cNvPr id="548" name="Content Placeholder 2">
            <a:extLst>
              <a:ext uri="{FF2B5EF4-FFF2-40B4-BE49-F238E27FC236}">
                <a16:creationId xmlns:a16="http://schemas.microsoft.com/office/drawing/2014/main" id="{151B925F-C379-2552-1D82-7B457516BD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748" y="1152469"/>
            <a:ext cx="6378235" cy="506343"/>
          </a:xfrm>
        </p:spPr>
        <p:txBody>
          <a:bodyPr/>
          <a:lstStyle/>
          <a:p>
            <a:r>
              <a:rPr lang="en-US" altLang="zh-CN" sz="2540" dirty="0"/>
              <a:t>Benchmark on different arch scales</a:t>
            </a:r>
            <a:endParaRPr lang="en-CH" sz="2540" dirty="0"/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33258DE0-54A9-2240-2AF7-36E121CEF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552" y="1953220"/>
            <a:ext cx="1419384" cy="2160853"/>
          </a:xfrm>
          <a:prstGeom prst="rect">
            <a:avLst/>
          </a:prstGeom>
        </p:spPr>
      </p:pic>
      <p:pic>
        <p:nvPicPr>
          <p:cNvPr id="959" name="Picture 958">
            <a:extLst>
              <a:ext uri="{FF2B5EF4-FFF2-40B4-BE49-F238E27FC236}">
                <a16:creationId xmlns:a16="http://schemas.microsoft.com/office/drawing/2014/main" id="{97ADDA26-48FB-4CB7-0E3A-5772F348B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320" y="1628386"/>
            <a:ext cx="2761092" cy="2485688"/>
          </a:xfrm>
          <a:prstGeom prst="rect">
            <a:avLst/>
          </a:prstGeom>
        </p:spPr>
      </p:pic>
      <p:pic>
        <p:nvPicPr>
          <p:cNvPr id="2694" name="Picture 2693">
            <a:extLst>
              <a:ext uri="{FF2B5EF4-FFF2-40B4-BE49-F238E27FC236}">
                <a16:creationId xmlns:a16="http://schemas.microsoft.com/office/drawing/2014/main" id="{6D44F06C-8EE5-80F0-B77A-AA53E407A3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8913" y="1529524"/>
            <a:ext cx="4554742" cy="2584550"/>
          </a:xfrm>
          <a:prstGeom prst="rect">
            <a:avLst/>
          </a:prstGeom>
        </p:spPr>
      </p:pic>
      <p:pic>
        <p:nvPicPr>
          <p:cNvPr id="9629" name="Picture 9628">
            <a:extLst>
              <a:ext uri="{FF2B5EF4-FFF2-40B4-BE49-F238E27FC236}">
                <a16:creationId xmlns:a16="http://schemas.microsoft.com/office/drawing/2014/main" id="{8C8FFDF2-F145-272A-9293-E53963C37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247" y="5308179"/>
            <a:ext cx="7443150" cy="3460600"/>
          </a:xfrm>
          <a:prstGeom prst="rect">
            <a:avLst/>
          </a:prstGeom>
        </p:spPr>
      </p:pic>
      <p:pic>
        <p:nvPicPr>
          <p:cNvPr id="65096" name="Picture 65095">
            <a:extLst>
              <a:ext uri="{FF2B5EF4-FFF2-40B4-BE49-F238E27FC236}">
                <a16:creationId xmlns:a16="http://schemas.microsoft.com/office/drawing/2014/main" id="{144DA8F2-8DFE-1868-CA10-A682F68366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679" y="5308178"/>
            <a:ext cx="8825374" cy="3228588"/>
          </a:xfrm>
          <a:prstGeom prst="rect">
            <a:avLst/>
          </a:prstGeom>
        </p:spPr>
      </p:pic>
      <p:sp>
        <p:nvSpPr>
          <p:cNvPr id="65097" name="TextBox 65096">
            <a:extLst>
              <a:ext uri="{FF2B5EF4-FFF2-40B4-BE49-F238E27FC236}">
                <a16:creationId xmlns:a16="http://schemas.microsoft.com/office/drawing/2014/main" id="{3EDBBD30-B6AA-097C-BC76-E515EB4BD671}"/>
              </a:ext>
            </a:extLst>
          </p:cNvPr>
          <p:cNvSpPr txBox="1"/>
          <p:nvPr/>
        </p:nvSpPr>
        <p:spPr>
          <a:xfrm>
            <a:off x="2456877" y="4150148"/>
            <a:ext cx="2466293" cy="77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57" b="1" dirty="0"/>
              <a:t>3D_2x2</a:t>
            </a:r>
          </a:p>
          <a:p>
            <a:pPr algn="ctr"/>
            <a:r>
              <a:rPr lang="en-US" altLang="zh-CN" sz="1587" b="1" dirty="0"/>
              <a:t>3D-</a:t>
            </a:r>
            <a:r>
              <a:rPr lang="en-US" sz="1587" b="1" dirty="0"/>
              <a:t>DRAM BW = 0.25TB/s</a:t>
            </a:r>
            <a:endParaRPr lang="en-CH" sz="1587" b="1" dirty="0"/>
          </a:p>
        </p:txBody>
      </p:sp>
      <p:sp>
        <p:nvSpPr>
          <p:cNvPr id="65098" name="TextBox 65097">
            <a:extLst>
              <a:ext uri="{FF2B5EF4-FFF2-40B4-BE49-F238E27FC236}">
                <a16:creationId xmlns:a16="http://schemas.microsoft.com/office/drawing/2014/main" id="{D885E410-1D5D-B60F-7602-78EDFF01DC28}"/>
              </a:ext>
            </a:extLst>
          </p:cNvPr>
          <p:cNvSpPr txBox="1"/>
          <p:nvPr/>
        </p:nvSpPr>
        <p:spPr>
          <a:xfrm>
            <a:off x="6852984" y="4150148"/>
            <a:ext cx="2466293" cy="77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57" b="1" dirty="0"/>
              <a:t>3D_4x4</a:t>
            </a:r>
          </a:p>
          <a:p>
            <a:pPr algn="ctr"/>
            <a:r>
              <a:rPr lang="en-US" altLang="zh-CN" sz="1587" b="1" dirty="0"/>
              <a:t>3D-</a:t>
            </a:r>
            <a:r>
              <a:rPr lang="en-US" sz="1587" b="1" dirty="0"/>
              <a:t>DRAM BW = 1TB/s</a:t>
            </a:r>
            <a:endParaRPr lang="en-CH" sz="1587" b="1" dirty="0"/>
          </a:p>
        </p:txBody>
      </p:sp>
      <p:sp>
        <p:nvSpPr>
          <p:cNvPr id="65099" name="TextBox 65098">
            <a:extLst>
              <a:ext uri="{FF2B5EF4-FFF2-40B4-BE49-F238E27FC236}">
                <a16:creationId xmlns:a16="http://schemas.microsoft.com/office/drawing/2014/main" id="{2FB91470-DF9A-5CC6-A6E9-19CDECFCFF4B}"/>
              </a:ext>
            </a:extLst>
          </p:cNvPr>
          <p:cNvSpPr txBox="1"/>
          <p:nvPr/>
        </p:nvSpPr>
        <p:spPr>
          <a:xfrm>
            <a:off x="12562408" y="4150148"/>
            <a:ext cx="2466293" cy="77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57" b="1" dirty="0"/>
              <a:t>3D_8x8</a:t>
            </a:r>
          </a:p>
          <a:p>
            <a:pPr algn="ctr"/>
            <a:r>
              <a:rPr lang="en-US" altLang="zh-CN" sz="1587" b="1" dirty="0"/>
              <a:t>3D-</a:t>
            </a:r>
            <a:r>
              <a:rPr lang="en-US" sz="1587" b="1" dirty="0"/>
              <a:t>DRAM BW = 4TB/s</a:t>
            </a:r>
            <a:endParaRPr lang="en-CH" sz="1587" b="1" dirty="0"/>
          </a:p>
        </p:txBody>
      </p:sp>
      <p:sp>
        <p:nvSpPr>
          <p:cNvPr id="65100" name="TextBox 65099">
            <a:extLst>
              <a:ext uri="{FF2B5EF4-FFF2-40B4-BE49-F238E27FC236}">
                <a16:creationId xmlns:a16="http://schemas.microsoft.com/office/drawing/2014/main" id="{E045A1C5-8509-F220-9F61-BA300D049CC4}"/>
              </a:ext>
            </a:extLst>
          </p:cNvPr>
          <p:cNvSpPr txBox="1"/>
          <p:nvPr/>
        </p:nvSpPr>
        <p:spPr>
          <a:xfrm>
            <a:off x="2977816" y="8499034"/>
            <a:ext cx="2466293" cy="77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57" b="1" dirty="0"/>
              <a:t>3D_16x16</a:t>
            </a:r>
          </a:p>
          <a:p>
            <a:pPr algn="ctr"/>
            <a:r>
              <a:rPr lang="en-US" altLang="zh-CN" sz="1587" b="1" dirty="0"/>
              <a:t>3D-</a:t>
            </a:r>
            <a:r>
              <a:rPr lang="en-US" sz="1587" b="1" dirty="0"/>
              <a:t>DRAM BW = 16TB/s</a:t>
            </a:r>
            <a:endParaRPr lang="en-CH" sz="1587" b="1" dirty="0"/>
          </a:p>
        </p:txBody>
      </p:sp>
      <p:sp>
        <p:nvSpPr>
          <p:cNvPr id="65101" name="TextBox 65100">
            <a:extLst>
              <a:ext uri="{FF2B5EF4-FFF2-40B4-BE49-F238E27FC236}">
                <a16:creationId xmlns:a16="http://schemas.microsoft.com/office/drawing/2014/main" id="{97CABB4D-9036-0DEB-6789-34821BCC5849}"/>
              </a:ext>
            </a:extLst>
          </p:cNvPr>
          <p:cNvSpPr txBox="1"/>
          <p:nvPr/>
        </p:nvSpPr>
        <p:spPr>
          <a:xfrm>
            <a:off x="10795767" y="8499034"/>
            <a:ext cx="2466293" cy="776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57" b="1" dirty="0"/>
              <a:t>3D_32x32</a:t>
            </a:r>
          </a:p>
          <a:p>
            <a:pPr algn="ctr"/>
            <a:r>
              <a:rPr lang="en-US" altLang="zh-CN" sz="1587" b="1" dirty="0"/>
              <a:t>3D-</a:t>
            </a:r>
            <a:r>
              <a:rPr lang="en-US" sz="1587" b="1" dirty="0"/>
              <a:t>DRAM BW = 64TB/s</a:t>
            </a:r>
            <a:endParaRPr lang="en-CH" sz="1587" b="1" dirty="0"/>
          </a:p>
        </p:txBody>
      </p:sp>
    </p:spTree>
    <p:extLst>
      <p:ext uri="{BB962C8B-B14F-4D97-AF65-F5344CB8AC3E}">
        <p14:creationId xmlns:p14="http://schemas.microsoft.com/office/powerpoint/2010/main" val="2158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BEB5D-7C3E-B5CC-7EE8-49B7BC8F8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C46E0-9143-A877-1C3E-A24FED10E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57" y="166909"/>
            <a:ext cx="17360030" cy="985559"/>
          </a:xfrm>
        </p:spPr>
        <p:txBody>
          <a:bodyPr/>
          <a:lstStyle/>
          <a:p>
            <a:r>
              <a:rPr lang="en-US" altLang="zh-CN" sz="5080" dirty="0"/>
              <a:t>Benchmark 3D GEMV</a:t>
            </a:r>
            <a:endParaRPr lang="en-CH" sz="508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8C92B-1744-5803-4C7A-2C049E29C40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505907" y="6137853"/>
            <a:ext cx="6840000" cy="288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457200" rtl="0" eaLnBrk="1" latinLnBrk="0" hangingPunct="1">
              <a:defRPr sz="1300" kern="1200">
                <a:solidFill>
                  <a:schemeClr val="tx1"/>
                </a:solidFill>
                <a:latin typeface="Calibri Light" panose="020F0302020204030204" pitchFamily="34" charset="0"/>
                <a:ea typeface="Roboto Condensed Light" panose="02000000000000000000" pitchFamily="2" charset="0"/>
                <a:cs typeface="Calibri Light" panose="020F030202020403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/>
              <a:t>24.02.2026</a:t>
            </a:r>
            <a:endParaRPr lang="en-US"/>
          </a:p>
        </p:txBody>
      </p:sp>
      <p:sp>
        <p:nvSpPr>
          <p:cNvPr id="548" name="Content Placeholder 2">
            <a:extLst>
              <a:ext uri="{FF2B5EF4-FFF2-40B4-BE49-F238E27FC236}">
                <a16:creationId xmlns:a16="http://schemas.microsoft.com/office/drawing/2014/main" id="{0ED3E084-A174-FB3F-16D0-3DB470805B7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4748" y="1152468"/>
            <a:ext cx="6378235" cy="985558"/>
          </a:xfrm>
        </p:spPr>
        <p:txBody>
          <a:bodyPr/>
          <a:lstStyle/>
          <a:p>
            <a:r>
              <a:rPr lang="en-US" altLang="zh-CN" sz="2540" dirty="0"/>
              <a:t>Benchmark FP8 GEMV 4096x16384</a:t>
            </a:r>
          </a:p>
          <a:p>
            <a:pPr lvl="1"/>
            <a:r>
              <a:rPr lang="en-US" sz="1905" dirty="0"/>
              <a:t>Tile size = 128x256</a:t>
            </a:r>
          </a:p>
          <a:p>
            <a:pPr lvl="1"/>
            <a:r>
              <a:rPr lang="en-US" sz="1905" dirty="0"/>
              <a:t>Scale out -&gt; Fewer data per channel -&gt; hard to amortize double-buffer pipeline latency</a:t>
            </a:r>
          </a:p>
          <a:p>
            <a:pPr lvl="1"/>
            <a:r>
              <a:rPr lang="en-US" sz="1905" dirty="0"/>
              <a:t>We need smarter &amp; fine-grain dataflow design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C3F5793B-0231-D256-C6C6-F2EFAE2C69DC}"/>
              </a:ext>
            </a:extLst>
          </p:cNvPr>
          <p:cNvGraphicFramePr>
            <a:graphicFrameLocks/>
          </p:cNvGraphicFramePr>
          <p:nvPr/>
        </p:nvGraphicFramePr>
        <p:xfrm>
          <a:off x="954847" y="3352344"/>
          <a:ext cx="8189153" cy="5884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4991A511-433A-3D5F-86AA-FBE32BA34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3193" y="6050596"/>
            <a:ext cx="8332448" cy="2836342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658E76-0C55-7856-A04F-C8EEB55F2EDD}"/>
              </a:ext>
            </a:extLst>
          </p:cNvPr>
          <p:cNvSpPr/>
          <p:nvPr/>
        </p:nvSpPr>
        <p:spPr>
          <a:xfrm>
            <a:off x="7160043" y="6490176"/>
            <a:ext cx="321015" cy="265187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985B0D-1CC7-DF93-E4D3-421DCB5B5E43}"/>
              </a:ext>
            </a:extLst>
          </p:cNvPr>
          <p:cNvSpPr/>
          <p:nvPr/>
        </p:nvSpPr>
        <p:spPr>
          <a:xfrm>
            <a:off x="3782402" y="3745208"/>
            <a:ext cx="321015" cy="265187"/>
          </a:xfrm>
          <a:prstGeom prst="ellipse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CH" sz="2857" b="1" dirty="0">
              <a:solidFill>
                <a:schemeClr val="bg2"/>
              </a:solidFill>
              <a:latin typeface="+mj-lt"/>
              <a:cs typeface="Arial Narrow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0A4C464-F280-3786-1693-DD9B5149F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533" y="2529278"/>
            <a:ext cx="8443108" cy="2918710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2BC3840-79CF-1D6B-2441-866E856CFDAA}"/>
              </a:ext>
            </a:extLst>
          </p:cNvPr>
          <p:cNvCxnSpPr/>
          <p:nvPr/>
        </p:nvCxnSpPr>
        <p:spPr>
          <a:xfrm>
            <a:off x="4340689" y="3745208"/>
            <a:ext cx="464774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1710C9-3C80-C418-1973-316157F933A4}"/>
              </a:ext>
            </a:extLst>
          </p:cNvPr>
          <p:cNvCxnSpPr>
            <a:cxnSpLocks/>
          </p:cNvCxnSpPr>
          <p:nvPr/>
        </p:nvCxnSpPr>
        <p:spPr>
          <a:xfrm>
            <a:off x="7788117" y="6620390"/>
            <a:ext cx="14944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1863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9E02E-2400-59AA-A1DE-A3AD9890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5B6D1DDE-4873-D64E-5B1C-4C7208371301}"/>
              </a:ext>
            </a:extLst>
          </p:cNvPr>
          <p:cNvSpPr/>
          <p:nvPr/>
        </p:nvSpPr>
        <p:spPr>
          <a:xfrm>
            <a:off x="295532" y="387847"/>
            <a:ext cx="1667173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05000"/>
              </a:lnSpc>
            </a:pPr>
            <a:r>
              <a:rPr lang="en-US" sz="4500" b="1" kern="0" spc="-54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Motivation: </a:t>
            </a:r>
            <a:r>
              <a:rPr lang="en-US" sz="4500" kern="0" spc="-54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Lifting the Programming Abstraction for Scalable Systems</a:t>
            </a:r>
            <a:endParaRPr lang="en-US" sz="4500" dirty="0">
              <a:solidFill>
                <a:schemeClr val="accent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B9F646-5E42-38B9-42A6-DC4D8655B0F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10A59DEA-5705-311E-CC01-66373E772E90}"/>
              </a:ext>
            </a:extLst>
          </p:cNvPr>
          <p:cNvSpPr/>
          <p:nvPr/>
        </p:nvSpPr>
        <p:spPr>
          <a:xfrm>
            <a:off x="457199" y="967484"/>
            <a:ext cx="16671735" cy="446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Hardware scales </a:t>
            </a:r>
            <a:r>
              <a:rPr lang="en-US" sz="2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scaling of ML workloads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ML system scale-out with heterogeneity and additional hierarchy </a:t>
            </a:r>
            <a:br>
              <a:rPr lang="en-US" sz="2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</a:t>
            </a:r>
            <a:r>
              <a:rPr lang="en-US" sz="2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scaling programming complexity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program: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Threads</a:t>
            </a:r>
            <a:r>
              <a:rPr lang="en-US" sz="2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the abstraction unit for programming</a:t>
            </a:r>
            <a:br>
              <a:rPr lang="en-US" sz="2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  <a:t> T</a:t>
            </a:r>
            <a:r>
              <a:rPr lang="en-US" sz="28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oo many hardware details and primitives to consider</a:t>
            </a:r>
            <a:endParaRPr lang="en-US" sz="2800" dirty="0">
              <a:solidFill>
                <a:srgbClr val="2FB06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内容占位符 3">
            <a:extLst>
              <a:ext uri="{FF2B5EF4-FFF2-40B4-BE49-F238E27FC236}">
                <a16:creationId xmlns:a16="http://schemas.microsoft.com/office/drawing/2014/main" id="{9696D7F2-77F2-C45A-4CED-D36915033BD0}"/>
              </a:ext>
            </a:extLst>
          </p:cNvPr>
          <p:cNvSpPr txBox="1">
            <a:spLocks/>
          </p:cNvSpPr>
          <p:nvPr/>
        </p:nvSpPr>
        <p:spPr>
          <a:xfrm>
            <a:off x="3028399" y="5880325"/>
            <a:ext cx="10642245" cy="140489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36000" tIns="46800" rIns="0" bIns="45720" rtlCol="0" anchor="ctr">
            <a:noAutofit/>
          </a:bodyPr>
          <a:lstStyle>
            <a:lvl1pPr marL="457178" indent="-457178" algn="l" defTabSz="1142928" rtl="0" eaLnBrk="1" latinLnBrk="0" hangingPunct="1">
              <a:lnSpc>
                <a:spcPct val="100000"/>
              </a:lnSpc>
              <a:spcBef>
                <a:spcPts val="1905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 sz="381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800050" indent="-342885" algn="l" defTabSz="1142928" rtl="0" eaLnBrk="1" latinLnBrk="0" hangingPunct="1">
              <a:lnSpc>
                <a:spcPct val="100000"/>
              </a:lnSpc>
              <a:spcBef>
                <a:spcPts val="952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 sz="317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1142928" indent="-342885" algn="l" defTabSz="1371541" rtl="0" eaLnBrk="1" latinLnBrk="0" hangingPunct="1">
              <a:lnSpc>
                <a:spcPct val="100000"/>
              </a:lnSpc>
              <a:spcBef>
                <a:spcPts val="952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 sz="285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485806" indent="-342885" algn="l" defTabSz="1371541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828685" indent="-342885" algn="l" defTabSz="1371541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 sz="1746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3771735" indent="-342885" algn="l" defTabSz="1371541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505" indent="-342885" algn="l" defTabSz="1371541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274" indent="-342885" algn="l" defTabSz="1371541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044" indent="-342885" algn="l" defTabSz="1371541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programmers have an easier-to-use abstraction that balances</a:t>
            </a:r>
            <a:r>
              <a:rPr lang="en-US" sz="2800" b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performance and productivity?</a:t>
            </a:r>
          </a:p>
        </p:txBody>
      </p:sp>
    </p:spTree>
    <p:extLst>
      <p:ext uri="{BB962C8B-B14F-4D97-AF65-F5344CB8AC3E}">
        <p14:creationId xmlns:p14="http://schemas.microsoft.com/office/powerpoint/2010/main" val="229219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2518B-A82E-94D3-5D13-D1064CE58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11">
            <a:extLst>
              <a:ext uri="{FF2B5EF4-FFF2-40B4-BE49-F238E27FC236}">
                <a16:creationId xmlns:a16="http://schemas.microsoft.com/office/drawing/2014/main" id="{8BEEB35D-F20E-1B17-8F4F-5CF019B43D8F}"/>
              </a:ext>
            </a:extLst>
          </p:cNvPr>
          <p:cNvSpPr/>
          <p:nvPr/>
        </p:nvSpPr>
        <p:spPr>
          <a:xfrm>
            <a:off x="9153118" y="6718834"/>
            <a:ext cx="9143996" cy="3568165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72000" tIns="0" rIns="0" bIns="0" rtlCol="0" anchor="t" anchorCtr="0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Programmer hand-codes on tiles:</a:t>
            </a:r>
            <a:endParaRPr lang="en-US" sz="2400" dirty="0">
              <a:solidFill>
                <a:schemeClr val="bg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Dataflow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management</a:t>
            </a:r>
          </a:p>
          <a:p>
            <a:pPr>
              <a:lnSpc>
                <a:spcPct val="150000"/>
              </a:lnSpc>
            </a:pPr>
            <a:r>
              <a:rPr lang="en-US" sz="2400" i="1" u="sng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programmer expresses where data lives and what to compute; compiler decides how and when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90203A0-6A3F-3820-42EC-F64800ED54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0641" y="1225310"/>
            <a:ext cx="8563654" cy="1375568"/>
          </a:xfrm>
        </p:spPr>
        <p:txBody>
          <a:bodyPr/>
          <a:lstStyle/>
          <a:p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Tile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an abstraction level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Designed for NVIDIA GPU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TVM as the backbone for code transformation and code generation</a:t>
            </a:r>
          </a:p>
          <a:p>
            <a:pPr marL="457200" indent="-457200">
              <a:buFont typeface="Calibri" panose="020F050202020403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灯片编号占位符 25">
            <a:extLst>
              <a:ext uri="{FF2B5EF4-FFF2-40B4-BE49-F238E27FC236}">
                <a16:creationId xmlns:a16="http://schemas.microsoft.com/office/drawing/2014/main" id="{4EA69999-A4BB-B271-4C6B-5D8012B4AF5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430750" y="9742488"/>
            <a:ext cx="857250" cy="457200"/>
          </a:xfrm>
        </p:spPr>
        <p:txBody>
          <a:bodyPr/>
          <a:lstStyle/>
          <a:p>
            <a:fld id="{33867F2A-E750-44E7-A740-D3E09DF683AD}" type="slidenum">
              <a:rPr lang="en-US" smtClean="0">
                <a:solidFill>
                  <a:schemeClr val="bg2"/>
                </a:solidFill>
              </a:rPr>
              <a:pPr/>
              <a:t>8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5580CE99-6FF5-208C-948E-A75D5FFBE59D}"/>
              </a:ext>
            </a:extLst>
          </p:cNvPr>
          <p:cNvSpPr/>
          <p:nvPr/>
        </p:nvSpPr>
        <p:spPr>
          <a:xfrm>
            <a:off x="130641" y="130944"/>
            <a:ext cx="9013359" cy="67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>
              <a:lnSpc>
                <a:spcPct val="105000"/>
              </a:lnSpc>
            </a:pPr>
            <a:r>
              <a:rPr lang="en-US" sz="3600" i="1" kern="0" spc="-54" dirty="0" err="1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TileLang</a:t>
            </a:r>
            <a:r>
              <a:rPr lang="en-US" sz="3600" kern="0" spc="-54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Tile-based Domain-Specific Language</a:t>
            </a:r>
            <a:endParaRPr lang="en-US" sz="3600" dirty="0">
              <a:solidFill>
                <a:schemeClr val="accent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B7AC1E2-EEFF-1971-8B53-C4009DED064D}"/>
              </a:ext>
            </a:extLst>
          </p:cNvPr>
          <p:cNvSpPr txBox="1"/>
          <p:nvPr/>
        </p:nvSpPr>
        <p:spPr>
          <a:xfrm>
            <a:off x="4937638" y="9892685"/>
            <a:ext cx="2368446" cy="3310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720000"/>
            <a:r>
              <a:rPr lang="en-US" sz="2000" dirty="0" err="1">
                <a:hlinkClick r:id="rId3"/>
              </a:rPr>
              <a:t>github</a:t>
            </a:r>
            <a:r>
              <a:rPr lang="en-US" sz="2000" dirty="0">
                <a:hlinkClick r:id="rId3"/>
              </a:rPr>
              <a:t>: tile-ai/</a:t>
            </a:r>
            <a:r>
              <a:rPr lang="en-US" sz="2000" dirty="0" err="1">
                <a:hlinkClick r:id="rId3"/>
              </a:rPr>
              <a:t>tilelang</a:t>
            </a:r>
            <a:endParaRPr lang="en-US" sz="2000" b="0" i="0" dirty="0">
              <a:solidFill>
                <a:schemeClr val="tx2"/>
              </a:solidFill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B53DD61-50FA-7309-EC01-75A40E0F9EE0}"/>
              </a:ext>
            </a:extLst>
          </p:cNvPr>
          <p:cNvSpPr/>
          <p:nvPr/>
        </p:nvSpPr>
        <p:spPr>
          <a:xfrm>
            <a:off x="9143999" y="351839"/>
            <a:ext cx="9153115" cy="722538"/>
          </a:xfrm>
          <a:prstGeom prst="rect">
            <a:avLst/>
          </a:prstGeom>
          <a:noFill/>
          <a:ln/>
        </p:spPr>
        <p:txBody>
          <a:bodyPr wrap="square" lIns="38100" tIns="88900" rIns="88900" bIns="3810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@tilelang.jit</a:t>
            </a:r>
            <a:endParaRPr lang="en-US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matmul(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M, N, K,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block_N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69C9C86A-D3B6-6F0C-E905-EA8774FC498A}"/>
              </a:ext>
            </a:extLst>
          </p:cNvPr>
          <p:cNvSpPr/>
          <p:nvPr/>
        </p:nvSpPr>
        <p:spPr>
          <a:xfrm>
            <a:off x="9144000" y="1074377"/>
            <a:ext cx="9153115" cy="1048549"/>
          </a:xfrm>
          <a:prstGeom prst="rect">
            <a:avLst/>
          </a:prstGeom>
          <a:solidFill>
            <a:srgbClr val="EEF3FE"/>
          </a:solidFill>
          <a:ln/>
        </p:spPr>
        <p:txBody>
          <a:bodyPr wrap="square" lIns="38100" tIns="88900" rIns="88900" bIns="3810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PHYSICAL COMPUTE UNIT (grid, block config in GPU)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T.Kernel(ceildiv(N,block_N), ceildiv(</a:t>
            </a:r>
            <a:r>
              <a:rPr lang="en-US" dirty="0" err="1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M,block_M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 as (bx, by):</a:t>
            </a:r>
            <a:endParaRPr lang="en-US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DACC9E7A-FF4E-04CB-0F5A-D360D155270F}"/>
              </a:ext>
            </a:extLst>
          </p:cNvPr>
          <p:cNvSpPr/>
          <p:nvPr/>
        </p:nvSpPr>
        <p:spPr>
          <a:xfrm>
            <a:off x="9134885" y="2122926"/>
            <a:ext cx="9153115" cy="1572319"/>
          </a:xfrm>
          <a:prstGeom prst="rect">
            <a:avLst/>
          </a:prstGeom>
          <a:solidFill>
            <a:srgbClr val="F4EFFE"/>
          </a:solidFill>
          <a:ln/>
        </p:spPr>
        <p:txBody>
          <a:bodyPr wrap="square" lIns="38100" tIns="88900" rIns="88900" bIns="3810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DECLARE BUFFERS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A_shared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T.alloc_shared((block_M, block_K), dtype)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B_shared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T.alloc_shared((block_K, block_N), dtype)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T.alloc_fragment((block_M, block_N), </a:t>
            </a:r>
            <a:r>
              <a:rPr lang="en-US" dirty="0" err="1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  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 err="1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T.clear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0A6212B2-5D7A-03FA-E7BE-EBEF63CFF4AE}"/>
              </a:ext>
            </a:extLst>
          </p:cNvPr>
          <p:cNvSpPr/>
          <p:nvPr/>
        </p:nvSpPr>
        <p:spPr>
          <a:xfrm>
            <a:off x="9134884" y="3695245"/>
            <a:ext cx="9153115" cy="766146"/>
          </a:xfrm>
          <a:prstGeom prst="rect">
            <a:avLst/>
          </a:prstGeom>
          <a:solidFill>
            <a:srgbClr val="FDF4E7"/>
          </a:solidFill>
          <a:ln/>
        </p:spPr>
        <p:txBody>
          <a:bodyPr wrap="square" lIns="38100" tIns="88900" rIns="88900" bIns="3810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C77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REDUCE OVER K — pipelining with double-buffering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ko in </a:t>
            </a:r>
            <a:r>
              <a:rPr lang="en-US" dirty="0" err="1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T.Pipelined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ceildiv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(K, </a:t>
            </a:r>
            <a:r>
              <a:rPr lang="en-US" dirty="0" err="1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block_K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lang="en-US" dirty="0" err="1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num_stages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=2): </a:t>
            </a:r>
            <a:endParaRPr lang="en-US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9B529C67-F32B-ED92-8215-F6C3B648E88C}"/>
              </a:ext>
            </a:extLst>
          </p:cNvPr>
          <p:cNvSpPr/>
          <p:nvPr/>
        </p:nvSpPr>
        <p:spPr>
          <a:xfrm>
            <a:off x="9136531" y="4453377"/>
            <a:ext cx="9153115" cy="1014229"/>
          </a:xfrm>
          <a:prstGeom prst="rect">
            <a:avLst/>
          </a:prstGeom>
          <a:solidFill>
            <a:srgbClr val="E9F5F8"/>
          </a:solidFill>
          <a:ln/>
        </p:spPr>
        <p:txBody>
          <a:bodyPr wrap="square" lIns="38100" tIns="88900" rIns="88900" bIns="3810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TILE LOAD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 err="1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[by*block_M, ko*block_K],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A_shared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 err="1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[ko*block_K, bx*block_N],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B_shared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B8981281-4DAA-4A84-ABB3-376537BF971D}"/>
              </a:ext>
            </a:extLst>
          </p:cNvPr>
          <p:cNvSpPr/>
          <p:nvPr/>
        </p:nvSpPr>
        <p:spPr>
          <a:xfrm>
            <a:off x="9135707" y="5413416"/>
            <a:ext cx="9153115" cy="681903"/>
          </a:xfrm>
          <a:prstGeom prst="rect">
            <a:avLst/>
          </a:prstGeom>
          <a:solidFill>
            <a:srgbClr val="EBF6EF"/>
          </a:solidFill>
          <a:ln/>
        </p:spPr>
        <p:txBody>
          <a:bodyPr wrap="square" lIns="38100" tIns="88900" rIns="88900" bIns="3810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COMPUTE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 err="1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T.gemm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A_shared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B_shared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5139A27B-FF0B-296D-1755-43E5F4AD3651}"/>
              </a:ext>
            </a:extLst>
          </p:cNvPr>
          <p:cNvSpPr/>
          <p:nvPr/>
        </p:nvSpPr>
        <p:spPr>
          <a:xfrm>
            <a:off x="9135706" y="6036995"/>
            <a:ext cx="9153115" cy="681903"/>
          </a:xfrm>
          <a:prstGeom prst="rect">
            <a:avLst/>
          </a:prstGeom>
          <a:solidFill>
            <a:srgbClr val="E9F5F8"/>
          </a:solidFill>
          <a:ln/>
        </p:spPr>
        <p:txBody>
          <a:bodyPr wrap="square" lIns="38100" tIns="88900" rIns="88900" bIns="3810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TILE STORE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 err="1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r>
              <a:rPr lang="en-US" dirty="0">
                <a:solidFill>
                  <a:srgbClr val="2327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[by*block_M, bx*block_N])</a:t>
            </a:r>
            <a:endParaRPr lang="en-US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496F908C-F8FD-D77A-17D7-D5D58FDC3E70}"/>
              </a:ext>
            </a:extLst>
          </p:cNvPr>
          <p:cNvSpPr/>
          <p:nvPr/>
        </p:nvSpPr>
        <p:spPr>
          <a:xfrm>
            <a:off x="9217462" y="-63085"/>
            <a:ext cx="8349520" cy="678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Tilelang</a:t>
            </a:r>
            <a:r>
              <a:rPr lang="en-US" sz="28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example: </a:t>
            </a:r>
            <a:r>
              <a:rPr lang="en-US" sz="2800" u="sng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GEMM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FAF71A-2728-178E-69EC-4C79093619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268" y="3116094"/>
            <a:ext cx="7772400" cy="2920901"/>
          </a:xfrm>
          <a:prstGeom prst="rect">
            <a:avLst/>
          </a:prstGeom>
        </p:spPr>
      </p:pic>
      <p:sp>
        <p:nvSpPr>
          <p:cNvPr id="13" name="内容占位符 3">
            <a:extLst>
              <a:ext uri="{FF2B5EF4-FFF2-40B4-BE49-F238E27FC236}">
                <a16:creationId xmlns:a16="http://schemas.microsoft.com/office/drawing/2014/main" id="{3C3770E2-CB69-AD83-37AB-EF8D213785CA}"/>
              </a:ext>
            </a:extLst>
          </p:cNvPr>
          <p:cNvSpPr txBox="1">
            <a:spLocks/>
          </p:cNvSpPr>
          <p:nvPr/>
        </p:nvSpPr>
        <p:spPr>
          <a:xfrm>
            <a:off x="130641" y="6377946"/>
            <a:ext cx="8563654" cy="1375568"/>
          </a:xfrm>
          <a:prstGeom prst="rect">
            <a:avLst/>
          </a:prstGeom>
        </p:spPr>
        <p:txBody>
          <a:bodyPr vert="horz" lIns="0" tIns="46800" rIns="0" bIns="45720" rtlCol="0">
            <a:noAutofit/>
          </a:bodyPr>
          <a:lstStyle>
            <a:lvl1pPr marL="457178" indent="-457178" algn="l" defTabSz="1142928" rtl="0" eaLnBrk="1" latinLnBrk="0" hangingPunct="1">
              <a:lnSpc>
                <a:spcPct val="100000"/>
              </a:lnSpc>
              <a:spcBef>
                <a:spcPts val="1905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 sz="3810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1pPr>
            <a:lvl2pPr marL="800050" indent="-342885" algn="l" defTabSz="1142928" rtl="0" eaLnBrk="1" latinLnBrk="0" hangingPunct="1">
              <a:lnSpc>
                <a:spcPct val="100000"/>
              </a:lnSpc>
              <a:spcBef>
                <a:spcPts val="952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 sz="317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2pPr>
            <a:lvl3pPr marL="1142928" indent="-342885" algn="l" defTabSz="1371541" rtl="0" eaLnBrk="1" latinLnBrk="0" hangingPunct="1">
              <a:lnSpc>
                <a:spcPct val="100000"/>
              </a:lnSpc>
              <a:spcBef>
                <a:spcPts val="952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 sz="2857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3pPr>
            <a:lvl4pPr marL="1485806" indent="-342885" algn="l" defTabSz="1371541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 sz="1905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4pPr>
            <a:lvl5pPr marL="1828685" indent="-342885" algn="l" defTabSz="1371541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90000"/>
              <a:buFont typeface="Arial" panose="020B0604020202020204" pitchFamily="34" charset="0"/>
              <a:buChar char="•"/>
              <a:defRPr sz="1746" b="0" i="0" kern="1200">
                <a:solidFill>
                  <a:schemeClr val="tx1"/>
                </a:solidFill>
                <a:latin typeface="+mn-lt"/>
                <a:ea typeface="Roboto Light" panose="02000000000000000000" pitchFamily="2" charset="0"/>
                <a:cs typeface="Roboto Light" panose="02000000000000000000" pitchFamily="2" charset="0"/>
              </a:defRPr>
            </a:lvl5pPr>
            <a:lvl6pPr marL="3771735" indent="-342885" algn="l" defTabSz="1371541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457505" indent="-342885" algn="l" defTabSz="1371541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143274" indent="-342885" algn="l" defTabSz="1371541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829044" indent="-342885" algn="l" defTabSz="1371541" rtl="0" eaLnBrk="1" latinLnBrk="0" hangingPunct="1">
              <a:lnSpc>
                <a:spcPct val="90000"/>
              </a:lnSpc>
              <a:spcBef>
                <a:spcPts val="749"/>
              </a:spcBef>
              <a:buFont typeface="Arial" panose="020B0604020202020204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Introducing </a:t>
            </a:r>
            <a:r>
              <a:rPr lang="en-US" sz="24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TileLang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SoftHier, </a:t>
            </a:r>
            <a:r>
              <a:rPr lang="en-US" sz="24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two missing components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Collective communication primitives</a:t>
            </a:r>
          </a:p>
          <a:p>
            <a:pPr lvl="1"/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cluster-level execution bindings</a:t>
            </a:r>
          </a:p>
        </p:txBody>
      </p:sp>
    </p:spTree>
    <p:extLst>
      <p:ext uri="{BB962C8B-B14F-4D97-AF65-F5344CB8AC3E}">
        <p14:creationId xmlns:p14="http://schemas.microsoft.com/office/powerpoint/2010/main" val="3310638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4"/>
          <p:cNvSpPr/>
          <p:nvPr/>
        </p:nvSpPr>
        <p:spPr>
          <a:xfrm>
            <a:off x="494675" y="1895631"/>
            <a:ext cx="7073115" cy="3163386"/>
          </a:xfrm>
          <a:prstGeom prst="roundRect">
            <a:avLst>
              <a:gd name="adj" fmla="val 819"/>
            </a:avLst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0652" y="1954452"/>
            <a:ext cx="6207229" cy="6998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kern="0" spc="-11" dirty="0" err="1">
                <a:solidFill>
                  <a:srgbClr val="1A1A1A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Deeploy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30653" y="2451637"/>
            <a:ext cx="6297170" cy="8129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i="1" dirty="0">
                <a:solidFill>
                  <a:srgbClr val="444444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Lowers ONNX operator graphs to C</a:t>
            </a:r>
            <a:endParaRPr lang="en-US" sz="2400" i="1" dirty="0"/>
          </a:p>
        </p:txBody>
      </p:sp>
      <p:sp>
        <p:nvSpPr>
          <p:cNvPr id="10" name="Text 8"/>
          <p:cNvSpPr/>
          <p:nvPr/>
        </p:nvSpPr>
        <p:spPr>
          <a:xfrm>
            <a:off x="608403" y="3546625"/>
            <a:ext cx="6811727" cy="1326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customized </a:t>
            </a:r>
            <a:r>
              <a:rPr lang="en-US" sz="2400" b="1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optimization passes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Graph IR frontend</a:t>
            </a:r>
          </a:p>
        </p:txBody>
      </p:sp>
      <p:sp>
        <p:nvSpPr>
          <p:cNvPr id="11" name="Shape 9"/>
          <p:cNvSpPr/>
          <p:nvPr/>
        </p:nvSpPr>
        <p:spPr>
          <a:xfrm>
            <a:off x="494675" y="6005200"/>
            <a:ext cx="7961599" cy="3163386"/>
          </a:xfrm>
          <a:prstGeom prst="roundRect">
            <a:avLst>
              <a:gd name="adj" fmla="val 819"/>
            </a:avLst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4874" y="6005199"/>
            <a:ext cx="75215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kern="0" spc="-11" dirty="0" err="1">
                <a:solidFill>
                  <a:srgbClr val="1A1A1A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Tilelang</a:t>
            </a:r>
            <a:r>
              <a:rPr lang="en-US" sz="2400" b="1" kern="0" spc="-11" dirty="0">
                <a:solidFill>
                  <a:srgbClr val="1A1A1A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 DSL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4875" y="6448708"/>
            <a:ext cx="7631399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i="1" dirty="0">
                <a:solidFill>
                  <a:srgbClr val="444444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Tile-level abstraction for programmer</a:t>
            </a:r>
            <a:endParaRPr lang="en-US" sz="2400" i="1" dirty="0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1F78DF40-90B1-25F7-16E8-C810EABBEE3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183C525F-90AA-28A8-94E9-D2245A2BC920}"/>
              </a:ext>
            </a:extLst>
          </p:cNvPr>
          <p:cNvSpPr/>
          <p:nvPr/>
        </p:nvSpPr>
        <p:spPr>
          <a:xfrm>
            <a:off x="227471" y="238124"/>
            <a:ext cx="1667173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05000"/>
              </a:lnSpc>
            </a:pPr>
            <a:r>
              <a:rPr lang="en-US" sz="4500" kern="0" spc="-54" dirty="0">
                <a:solidFill>
                  <a:schemeClr val="accent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Deeploy:  Bring Automation to Code Transformation</a:t>
            </a:r>
            <a:endParaRPr lang="en-US" sz="4500" dirty="0">
              <a:solidFill>
                <a:schemeClr val="accent3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9BB35744-DD05-8147-768E-7E5438AFDD47}"/>
              </a:ext>
            </a:extLst>
          </p:cNvPr>
          <p:cNvSpPr/>
          <p:nvPr/>
        </p:nvSpPr>
        <p:spPr>
          <a:xfrm>
            <a:off x="824875" y="7656195"/>
            <a:ext cx="7521574" cy="1512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customized </a:t>
            </a:r>
            <a:r>
              <a:rPr lang="en-US" sz="2400" b="1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dataflow definition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Targets GPU</a:t>
            </a:r>
            <a:endParaRPr lang="en-US" sz="2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E9D9D0-A655-45C1-A2B2-F25D67311A83}"/>
              </a:ext>
            </a:extLst>
          </p:cNvPr>
          <p:cNvSpPr txBox="1"/>
          <p:nvPr/>
        </p:nvSpPr>
        <p:spPr>
          <a:xfrm>
            <a:off x="494675" y="5556202"/>
            <a:ext cx="5227983" cy="4934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en-US" sz="2400" b="1" i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Programming Model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E7197D9-08C6-7647-DFDC-17C58DF43A99}"/>
              </a:ext>
            </a:extLst>
          </p:cNvPr>
          <p:cNvSpPr txBox="1"/>
          <p:nvPr/>
        </p:nvSpPr>
        <p:spPr>
          <a:xfrm>
            <a:off x="507802" y="1451849"/>
            <a:ext cx="5227983" cy="49340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en-US" sz="2400" b="1" i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Compiler for Code Generation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A1D3900-4955-E44C-E225-DF5BEDC5A04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71762" y="1666740"/>
            <a:ext cx="5174126" cy="35612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EA9EFD-172C-34FE-9DAC-600C4143F07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418376" y="1666740"/>
            <a:ext cx="5901185" cy="6742288"/>
          </a:xfrm>
          <a:prstGeom prst="rect">
            <a:avLst/>
          </a:prstGeom>
        </p:spPr>
      </p:pic>
      <p:sp>
        <p:nvSpPr>
          <p:cNvPr id="17" name="Right Arrow 16">
            <a:extLst>
              <a:ext uri="{FF2B5EF4-FFF2-40B4-BE49-F238E27FC236}">
                <a16:creationId xmlns:a16="http://schemas.microsoft.com/office/drawing/2014/main" id="{994E9D18-91C4-57B4-B312-9D49C2AB4143}"/>
              </a:ext>
            </a:extLst>
          </p:cNvPr>
          <p:cNvSpPr/>
          <p:nvPr/>
        </p:nvSpPr>
        <p:spPr>
          <a:xfrm>
            <a:off x="11906530" y="3407295"/>
            <a:ext cx="902369" cy="567581"/>
          </a:xfrm>
          <a:prstGeom prst="rightArrow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8590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/>
          <p:cNvSpPr/>
          <p:nvPr/>
        </p:nvSpPr>
        <p:spPr>
          <a:xfrm>
            <a:off x="9293903" y="930894"/>
            <a:ext cx="8919146" cy="9268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@tilelang.jit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summa_gemm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B, C, M, K, N, 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BM, BN, BK: int,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SX, SY: int,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GX, GY: int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this example, SX=GX, SY=GY (1 Group per System) 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T.Kernel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(T.ceildiv(M,GY*BM), T.ceildiv(N,GX*BN))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(by, bx):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T.cluster_group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("summa", x=GX, y=GY, </a:t>
            </a:r>
            <a:b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  axes=("x", "y"))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inst_id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T.alloc_l1((BM, BK),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T.alloc_l1((BK, BN),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T.alloc_l1((BM, BN),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T.clear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endParaRPr lang="en-US" dirty="0">
              <a:solidFill>
                <a:schemeClr val="bg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T.Pipelined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(K, BK),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num_stages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=2):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GY +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BM,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BK],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BK,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GX +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BN],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highlight>
                  <a:srgbClr val="008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axis="x",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highlight>
                  <a:srgbClr val="008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axis="y",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T.gemm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clear_accum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=False)</a:t>
            </a:r>
          </a:p>
          <a:p>
            <a:pPr marL="0" indent="0" algn="l" defTabSz="540000">
              <a:lnSpc>
                <a:spcPct val="120000"/>
              </a:lnSpc>
              <a:buNone/>
            </a:pPr>
            <a:endParaRPr lang="en-US" dirty="0">
              <a:solidFill>
                <a:schemeClr val="bg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GY+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)*BM,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GX+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)*BN])</a:t>
            </a:r>
          </a:p>
        </p:txBody>
      </p:sp>
      <p:sp>
        <p:nvSpPr>
          <p:cNvPr id="26" name="灯片编号占位符 25">
            <a:extLst>
              <a:ext uri="{FF2B5EF4-FFF2-40B4-BE49-F238E27FC236}">
                <a16:creationId xmlns:a16="http://schemas.microsoft.com/office/drawing/2014/main" id="{63E24879-12AC-70B9-C167-9C3348D6BAC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430750" y="9742488"/>
            <a:ext cx="857250" cy="457200"/>
          </a:xfrm>
        </p:spPr>
        <p:txBody>
          <a:bodyPr/>
          <a:lstStyle/>
          <a:p>
            <a:fld id="{33867F2A-E750-44E7-A740-D3E09DF683AD}" type="slidenum">
              <a:rPr lang="en-US" smtClean="0">
                <a:solidFill>
                  <a:schemeClr val="bg2"/>
                </a:solidFill>
              </a:rPr>
              <a:pPr/>
              <a:t>10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946AC16B-2111-EF99-4A8C-415537E67470}"/>
              </a:ext>
            </a:extLst>
          </p:cNvPr>
          <p:cNvSpPr/>
          <p:nvPr/>
        </p:nvSpPr>
        <p:spPr>
          <a:xfrm>
            <a:off x="258060" y="292720"/>
            <a:ext cx="814392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05000"/>
              </a:lnSpc>
            </a:pPr>
            <a:r>
              <a:rPr lang="en-US" sz="4500" b="1" kern="0" spc="-54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DSL</a:t>
            </a:r>
            <a:r>
              <a:rPr lang="en-US" sz="4500" b="1" kern="0" spc="-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4500" b="1" kern="0" spc="-54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500" kern="0" spc="-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Extension on </a:t>
            </a:r>
            <a:r>
              <a:rPr lang="en-US" sz="4500" kern="0" spc="-5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TileLang</a:t>
            </a:r>
            <a:endParaRPr lang="en-US" sz="4500" kern="0" spc="-5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8987E6C-76F4-6AE0-30D5-16D65F048570}"/>
              </a:ext>
            </a:extLst>
          </p:cNvPr>
          <p:cNvSpPr txBox="1"/>
          <p:nvPr/>
        </p:nvSpPr>
        <p:spPr>
          <a:xfrm>
            <a:off x="216314" y="930895"/>
            <a:ext cx="8960892" cy="20288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en-US" sz="24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support tile-based many-PE architecture:</a:t>
            </a:r>
          </a:p>
          <a:p>
            <a:pPr marL="342900" indent="-342900" algn="l" defTabSz="7200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binding of work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physical cluster, accelerator units</a:t>
            </a:r>
          </a:p>
          <a:p>
            <a:pPr marL="342900" indent="-342900" algn="l" defTabSz="7200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allocation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local TCDM or HBM</a:t>
            </a:r>
          </a:p>
          <a:p>
            <a:pPr marL="342900" indent="-342900" algn="l" defTabSz="7200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between clusters</a:t>
            </a:r>
          </a:p>
          <a:p>
            <a:pPr marL="342900" indent="-342900" algn="l" defTabSz="7200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synchronization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different scopes</a:t>
            </a:r>
          </a:p>
          <a:p>
            <a:pPr algn="l" defTabSz="720000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720000"/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720000"/>
            <a:endParaRPr lang="en-US" sz="2400" b="0" i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720000"/>
            <a:endParaRPr lang="en-US" sz="2400" b="0" i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2C82C6-E7FE-E4B7-CDDD-A52A86AF8E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098" y="3171525"/>
            <a:ext cx="6225850" cy="6570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70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 tmFilter="0, 0; .2, .5; .8, .5; 1, 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1000" autoRev="1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 tmFilter="0, 0; .2, .5; .8, .5; 1, 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1000" autoRev="1" fill="hold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 tmFilter="0, 0; .2, .5; .8, .5; 1, 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1000" autoRev="1" fill="hold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2000" tmFilter="0, 0; .2, .5; .8, .5; 1, 0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1000" autoRev="1" fill="hold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 tmFilter="0, 0; .2, .5; .8, .5; 1, 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1000" autoRev="1" fill="hold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15E3C-8371-B373-F51C-FD429AFC4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6">
            <a:extLst>
              <a:ext uri="{FF2B5EF4-FFF2-40B4-BE49-F238E27FC236}">
                <a16:creationId xmlns:a16="http://schemas.microsoft.com/office/drawing/2014/main" id="{A9D4E9D6-892C-3685-52A9-5EA8E67569A6}"/>
              </a:ext>
            </a:extLst>
          </p:cNvPr>
          <p:cNvSpPr/>
          <p:nvPr/>
        </p:nvSpPr>
        <p:spPr>
          <a:xfrm>
            <a:off x="9293903" y="930894"/>
            <a:ext cx="8919146" cy="9268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@tilelang.jit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summa_gemm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B, C, M, K, N, 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BM, BN, BK: int,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SX, SY: int,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GX, GY: int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dirty="0">
                <a:solidFill>
                  <a:schemeClr val="tx2">
                    <a:lumMod val="20000"/>
                    <a:lumOff val="8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 this example, SX=GX, SY=GY (1 Group per System) 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T.Kernel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(T.ceildiv(M,GY*BM), T.ceildiv(N,GX*BN))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(by, bx):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T.cluster_group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("summa", x=GX, y=GY, </a:t>
            </a:r>
            <a:b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</a:b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  axes=("x", "y"))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inst_id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T.alloc_l1((BM, BK),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T.alloc_l1((BK, BN),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T.alloc_l1((BM, BN),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T.clear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endParaRPr lang="en-US" dirty="0">
              <a:solidFill>
                <a:schemeClr val="bg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T.Pipelined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(K, BK),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num_stages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=2):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GY +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BM,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BK],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BK,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GX +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BN],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highlight>
                  <a:srgbClr val="008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axis="x",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highlight>
                  <a:srgbClr val="0080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axis="y",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T.gemm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clear_accum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=False)</a:t>
            </a:r>
          </a:p>
          <a:p>
            <a:pPr marL="0" indent="0" algn="l" defTabSz="540000">
              <a:lnSpc>
                <a:spcPct val="120000"/>
              </a:lnSpc>
              <a:buNone/>
            </a:pPr>
            <a:endParaRPr lang="en-US" dirty="0">
              <a:solidFill>
                <a:schemeClr val="bg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l" defTabSz="540000">
              <a:lnSpc>
                <a:spcPct val="12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GY+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)*BM,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GX+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)*BN])</a:t>
            </a:r>
          </a:p>
        </p:txBody>
      </p:sp>
      <p:sp>
        <p:nvSpPr>
          <p:cNvPr id="26" name="灯片编号占位符 25">
            <a:extLst>
              <a:ext uri="{FF2B5EF4-FFF2-40B4-BE49-F238E27FC236}">
                <a16:creationId xmlns:a16="http://schemas.microsoft.com/office/drawing/2014/main" id="{35C08D16-DFD7-FD8E-6D94-96D4224362D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430750" y="9742488"/>
            <a:ext cx="857250" cy="457200"/>
          </a:xfrm>
        </p:spPr>
        <p:txBody>
          <a:bodyPr/>
          <a:lstStyle/>
          <a:p>
            <a:fld id="{33867F2A-E750-44E7-A740-D3E09DF683AD}" type="slidenum">
              <a:rPr lang="en-US" smtClean="0">
                <a:solidFill>
                  <a:schemeClr val="bg2"/>
                </a:solidFill>
              </a:rPr>
              <a:pPr/>
              <a:t>11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836C5D22-F7EE-B8BA-663C-862CD9DB2149}"/>
              </a:ext>
            </a:extLst>
          </p:cNvPr>
          <p:cNvSpPr/>
          <p:nvPr/>
        </p:nvSpPr>
        <p:spPr>
          <a:xfrm>
            <a:off x="258060" y="292720"/>
            <a:ext cx="8143927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05000"/>
              </a:lnSpc>
            </a:pPr>
            <a:r>
              <a:rPr lang="en-US" sz="4500" b="1" kern="0" spc="-54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DSL</a:t>
            </a:r>
            <a:r>
              <a:rPr lang="en-US" sz="4500" b="1" kern="0" spc="-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4500" b="1" kern="0" spc="-54" dirty="0">
                <a:solidFill>
                  <a:schemeClr val="accent5">
                    <a:lumMod val="20000"/>
                    <a:lumOff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500" kern="0" spc="-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Extension on </a:t>
            </a:r>
            <a:r>
              <a:rPr lang="en-US" sz="4500" kern="0" spc="-54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TileLang</a:t>
            </a:r>
            <a:endParaRPr lang="en-US" sz="4500" kern="0" spc="-54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021A1CD-4899-3453-8433-737D3FF21262}"/>
              </a:ext>
            </a:extLst>
          </p:cNvPr>
          <p:cNvSpPr txBox="1"/>
          <p:nvPr/>
        </p:nvSpPr>
        <p:spPr>
          <a:xfrm>
            <a:off x="216314" y="930895"/>
            <a:ext cx="8960892" cy="811566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en-US" sz="24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support tile-based many-PE architecture:</a:t>
            </a:r>
          </a:p>
          <a:p>
            <a:pPr marL="342900" indent="-342900" algn="l" defTabSz="7200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binding of work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physical cluster, accelerator units</a:t>
            </a:r>
          </a:p>
          <a:p>
            <a:pPr marL="342900" indent="-342900" algn="l" defTabSz="7200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memory allocation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local TCDM or HBM</a:t>
            </a:r>
          </a:p>
          <a:p>
            <a:pPr marL="342900" indent="-342900" algn="l" defTabSz="7200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between clusters</a:t>
            </a:r>
          </a:p>
          <a:p>
            <a:pPr marL="342900" indent="-342900" algn="l" defTabSz="7200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Explicit </a:t>
            </a:r>
            <a:r>
              <a:rPr lang="en-US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synchronization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 different scopes</a:t>
            </a:r>
          </a:p>
          <a:p>
            <a:pPr algn="l" defTabSz="720000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720000"/>
            <a:r>
              <a:rPr lang="en-US" sz="24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simplicity, what are added and exposed to programmer:</a:t>
            </a:r>
            <a:endParaRPr lang="en-US" sz="2400" b="1" i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720000"/>
            <a:r>
              <a:rPr lang="en-US" sz="2400" b="0" i="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Schedule</a:t>
            </a:r>
            <a:r>
              <a:rPr lang="en-US" sz="2400" b="0" i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defTabSz="720000"/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Hierarchical schedule </a:t>
            </a:r>
            <a:r>
              <a:rPr lang="en-US" sz="2400" b="0" i="0" dirty="0" err="1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T.cluster_group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 defTabSz="7200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axis annotation and spatial cluster id</a:t>
            </a:r>
          </a:p>
          <a:p>
            <a:pPr marL="342900" indent="-342900" defTabSz="72000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scheduling scope higher than single cluster tile, lower than entire chip</a:t>
            </a:r>
          </a:p>
          <a:p>
            <a:pPr algn="l" defTabSz="720000"/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720000"/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720000"/>
            <a:r>
              <a:rPr lang="en-US" sz="2400" b="0" i="0" dirty="0">
                <a:solidFill>
                  <a:schemeClr val="bg2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Communication</a:t>
            </a:r>
            <a:r>
              <a:rPr lang="en-US" sz="2400" b="0" i="0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algn="l" defTabSz="720000"/>
            <a:r>
              <a:rPr lang="en-US" sz="2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Collective communication </a:t>
            </a:r>
            <a:r>
              <a:rPr lang="en-US" sz="2400" b="0" i="0" dirty="0" err="1">
                <a:solidFill>
                  <a:schemeClr val="bg2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T.broadcast</a:t>
            </a:r>
            <a:r>
              <a:rPr lang="en-US" sz="2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sz="2400" b="0" i="0" dirty="0">
                <a:solidFill>
                  <a:schemeClr val="bg2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0" i="0" dirty="0" err="1">
                <a:solidFill>
                  <a:schemeClr val="bg2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T.reduce</a:t>
            </a:r>
            <a:r>
              <a:rPr lang="en-US" sz="2400" b="0" i="0" dirty="0">
                <a:solidFill>
                  <a:schemeClr val="bg2"/>
                </a:solidFill>
                <a:highlight>
                  <a:srgbClr val="008000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342900" indent="-342900" algn="l" defTabSz="720000">
              <a:buFont typeface="Arial" panose="020B0604020202020204" pitchFamily="34" charset="0"/>
              <a:buChar char="•"/>
            </a:pPr>
            <a:r>
              <a:rPr lang="en-US" sz="2400" b="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Simplify communication patterns for programmers</a:t>
            </a:r>
          </a:p>
          <a:p>
            <a:pPr marL="342900" indent="-342900" algn="l" defTabSz="720000">
              <a:buFont typeface="Arial" panose="020B0604020202020204" pitchFamily="34" charset="0"/>
              <a:buChar char="•"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720000"/>
            <a:r>
              <a:rPr lang="en-US" sz="240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Reuse </a:t>
            </a:r>
            <a:r>
              <a:rPr lang="en-US" sz="2400" i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Tilelang</a:t>
            </a:r>
            <a:r>
              <a:rPr lang="en-US" sz="240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parser to generate </a:t>
            </a:r>
            <a:r>
              <a:rPr lang="en-US" sz="2400" i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Tilelang</a:t>
            </a:r>
            <a:r>
              <a:rPr lang="en-US" sz="240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Abstract Syntax Tree (AST)</a:t>
            </a:r>
          </a:p>
          <a:p>
            <a:pPr algn="l" defTabSz="720000"/>
            <a:endParaRPr lang="en-US" sz="2400" b="1" i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720000"/>
            <a:r>
              <a:rPr lang="en-US" sz="24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Others handled by compiler</a:t>
            </a:r>
          </a:p>
          <a:p>
            <a:pPr algn="l" defTabSz="720000"/>
            <a:endParaRPr lang="en-US" sz="240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720000"/>
            <a:endParaRPr lang="en-US" sz="2400" b="0" i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 defTabSz="720000"/>
            <a:endParaRPr lang="en-US" sz="2400" b="0" i="0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72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 tmFilter="0, 0; .2, .5; .8, .5; 1, 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1000" autoRev="1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0" tmFilter="0, 0; .2, .5; .8, .5; 1, 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1000" autoRev="1" fill="hold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2000" tmFilter="0, 0; .2, .5; .8, .5; 1, 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1000" autoRev="1" fill="hold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2000" tmFilter="0, 0; .2, .5; .8, .5; 1, 0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1000" autoRev="1" fill="hold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2000" tmFilter="0, 0; .2, .5; .8, .5; 1, 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1000" autoRev="1" fill="hold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081D4F-7B5F-E2CE-9780-7A3B9AF02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DFDB42AE-71BE-6CD3-31F3-9BB39A851BA6}"/>
              </a:ext>
            </a:extLst>
          </p:cNvPr>
          <p:cNvSpPr/>
          <p:nvPr/>
        </p:nvSpPr>
        <p:spPr>
          <a:xfrm>
            <a:off x="203476" y="349547"/>
            <a:ext cx="1667173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05000"/>
              </a:lnSpc>
            </a:pPr>
            <a:r>
              <a:rPr lang="en-US" sz="4500" b="1" kern="0" spc="-54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Compiler</a:t>
            </a:r>
            <a:r>
              <a:rPr lang="en-US" sz="4500" b="1" kern="0" spc="-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4500" b="1" kern="0" spc="-54" dirty="0">
                <a:solidFill>
                  <a:schemeClr val="accent4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500" b="1" kern="0" spc="-54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the compiler decides</a:t>
            </a:r>
            <a:endParaRPr lang="en-US" sz="4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灯片编号占位符 27">
            <a:extLst>
              <a:ext uri="{FF2B5EF4-FFF2-40B4-BE49-F238E27FC236}">
                <a16:creationId xmlns:a16="http://schemas.microsoft.com/office/drawing/2014/main" id="{CF897245-FDA6-2706-B4AF-426135764E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" name="Shape 12">
            <a:extLst>
              <a:ext uri="{FF2B5EF4-FFF2-40B4-BE49-F238E27FC236}">
                <a16:creationId xmlns:a16="http://schemas.microsoft.com/office/drawing/2014/main" id="{DDFC872E-8E7E-D231-B8B3-A89C24D03A4E}"/>
              </a:ext>
            </a:extLst>
          </p:cNvPr>
          <p:cNvSpPr/>
          <p:nvPr/>
        </p:nvSpPr>
        <p:spPr>
          <a:xfrm>
            <a:off x="3200401" y="1756330"/>
            <a:ext cx="5170657" cy="1687968"/>
          </a:xfrm>
          <a:prstGeom prst="roundRect">
            <a:avLst>
              <a:gd name="adj" fmla="val 1092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CCCCCC"/>
            </a:solidFill>
            <a:prstDash val="solid"/>
          </a:ln>
        </p:spPr>
        <p:txBody>
          <a:bodyPr anchor="ctr"/>
          <a:lstStyle/>
          <a:p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T.cluster_group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 x=4, y=1,num_groups=4,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axes=("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x","y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")) as 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gid,local_x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local_y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C496F9E-D106-35BF-7FFA-5C897D7FA2E2}"/>
              </a:ext>
            </a:extLst>
          </p:cNvPr>
          <p:cNvSpPr txBox="1"/>
          <p:nvPr/>
        </p:nvSpPr>
        <p:spPr>
          <a:xfrm>
            <a:off x="4723441" y="1231270"/>
            <a:ext cx="1811748" cy="510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en-US" sz="280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 Writes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00A0325-6746-E87E-C483-C73D26435FD4}"/>
              </a:ext>
            </a:extLst>
          </p:cNvPr>
          <p:cNvSpPr txBox="1"/>
          <p:nvPr/>
        </p:nvSpPr>
        <p:spPr>
          <a:xfrm>
            <a:off x="12405917" y="1245830"/>
            <a:ext cx="2717620" cy="510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en-US" sz="2800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Compiler Decides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724C24-9A9F-0B03-DF21-B7E6ADC174BF}"/>
              </a:ext>
            </a:extLst>
          </p:cNvPr>
          <p:cNvSpPr txBox="1"/>
          <p:nvPr/>
        </p:nvSpPr>
        <p:spPr>
          <a:xfrm>
            <a:off x="1094282" y="2336061"/>
            <a:ext cx="1577426" cy="510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en-US" sz="28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Topology</a:t>
            </a: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D70DBEEE-3A8B-9ABC-F87B-FE0BB8EB62C0}"/>
              </a:ext>
            </a:extLst>
          </p:cNvPr>
          <p:cNvSpPr/>
          <p:nvPr/>
        </p:nvSpPr>
        <p:spPr>
          <a:xfrm>
            <a:off x="11159655" y="1756330"/>
            <a:ext cx="5396981" cy="1687968"/>
          </a:xfrm>
          <a:prstGeom prst="roundRect">
            <a:avLst>
              <a:gd name="adj" fmla="val 1092"/>
            </a:avLst>
          </a:prstGeom>
          <a:solidFill>
            <a:schemeClr val="accent4">
              <a:lumMod val="60000"/>
              <a:lumOff val="40000"/>
            </a:schemeClr>
          </a:solidFill>
          <a:ln w="6350">
            <a:solidFill>
              <a:srgbClr val="CCCCCC"/>
            </a:solidFill>
            <a:prstDash val="solid"/>
          </a:ln>
        </p:spPr>
        <p:txBody>
          <a:bodyPr anchor="ctr"/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Logical cluster groups → physical clusters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[0,1,2,3]  [4,5,6,7]  [8,9,10,11] [12,13,14,15]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Logical axes, id recorded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59CDFE6-4E72-595F-08DF-88A180D64D74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>
            <a:off x="8371058" y="2600314"/>
            <a:ext cx="2788597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Shape 12">
            <a:extLst>
              <a:ext uri="{FF2B5EF4-FFF2-40B4-BE49-F238E27FC236}">
                <a16:creationId xmlns:a16="http://schemas.microsoft.com/office/drawing/2014/main" id="{6C5A3738-9143-E3CB-855F-8B1B3CF9ED31}"/>
              </a:ext>
            </a:extLst>
          </p:cNvPr>
          <p:cNvSpPr/>
          <p:nvPr/>
        </p:nvSpPr>
        <p:spPr>
          <a:xfrm>
            <a:off x="3200401" y="3743576"/>
            <a:ext cx="5170658" cy="1687968"/>
          </a:xfrm>
          <a:prstGeom prst="roundRect">
            <a:avLst>
              <a:gd name="adj" fmla="val 1092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CCCCCC"/>
            </a:solidFill>
            <a:prstDash val="solid"/>
          </a:ln>
        </p:spPr>
        <p:txBody>
          <a:bodyPr anchor="ctr"/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T.cluster_group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(…) as 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gid,local_x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local_y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T.broadcast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A_local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axis="x", level=“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intra_group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", root=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local_y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F613235-36DD-56AA-A567-046182FD8DA0}"/>
              </a:ext>
            </a:extLst>
          </p:cNvPr>
          <p:cNvSpPr txBox="1"/>
          <p:nvPr/>
        </p:nvSpPr>
        <p:spPr>
          <a:xfrm>
            <a:off x="1094282" y="4323307"/>
            <a:ext cx="1682356" cy="510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en-US" sz="28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Collectives</a:t>
            </a:r>
          </a:p>
        </p:txBody>
      </p:sp>
      <p:sp>
        <p:nvSpPr>
          <p:cNvPr id="38" name="Shape 4">
            <a:extLst>
              <a:ext uri="{FF2B5EF4-FFF2-40B4-BE49-F238E27FC236}">
                <a16:creationId xmlns:a16="http://schemas.microsoft.com/office/drawing/2014/main" id="{C258119F-BCCA-DC7F-A453-BD8515073F6B}"/>
              </a:ext>
            </a:extLst>
          </p:cNvPr>
          <p:cNvSpPr/>
          <p:nvPr/>
        </p:nvSpPr>
        <p:spPr>
          <a:xfrm>
            <a:off x="11159655" y="3743576"/>
            <a:ext cx="5396981" cy="1687968"/>
          </a:xfrm>
          <a:prstGeom prst="roundRect">
            <a:avLst>
              <a:gd name="adj" fmla="val 1092"/>
            </a:avLst>
          </a:prstGeom>
          <a:solidFill>
            <a:schemeClr val="accent4">
              <a:lumMod val="60000"/>
              <a:lumOff val="40000"/>
            </a:schemeClr>
          </a:solidFill>
          <a:ln w="6350">
            <a:solidFill>
              <a:srgbClr val="CCCCCC"/>
            </a:solidFill>
            <a:prstDash val="solid"/>
          </a:ln>
        </p:spPr>
        <p:txBody>
          <a:bodyPr anchor="ctr"/>
          <a:lstStyle/>
          <a:p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row_mask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0x3  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col_mask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0xF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cluster_id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==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local_y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flex_dma_async_broadcast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(...,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row_mask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col_mask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...);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D18A72D2-1571-1B05-EA19-80584A799C91}"/>
              </a:ext>
            </a:extLst>
          </p:cNvPr>
          <p:cNvCxnSpPr>
            <a:cxnSpLocks/>
            <a:stCxn id="36" idx="3"/>
            <a:endCxn id="38" idx="1"/>
          </p:cNvCxnSpPr>
          <p:nvPr/>
        </p:nvCxnSpPr>
        <p:spPr>
          <a:xfrm>
            <a:off x="8371059" y="4587560"/>
            <a:ext cx="2788596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Shape 12">
            <a:extLst>
              <a:ext uri="{FF2B5EF4-FFF2-40B4-BE49-F238E27FC236}">
                <a16:creationId xmlns:a16="http://schemas.microsoft.com/office/drawing/2014/main" id="{A828927D-6540-8E6A-2A6B-4DD126446BFB}"/>
              </a:ext>
            </a:extLst>
          </p:cNvPr>
          <p:cNvSpPr/>
          <p:nvPr/>
        </p:nvSpPr>
        <p:spPr>
          <a:xfrm>
            <a:off x="3200401" y="5686794"/>
            <a:ext cx="5170657" cy="1687968"/>
          </a:xfrm>
          <a:prstGeom prst="roundRect">
            <a:avLst>
              <a:gd name="adj" fmla="val 1092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CCCCCC"/>
            </a:solidFill>
            <a:prstDash val="solid"/>
          </a:ln>
        </p:spPr>
        <p:txBody>
          <a:bodyPr anchor="ctr"/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bk in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T.Pipelined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(K//BK,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num_stages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=2):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T.copy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 →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A_local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T.gemm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A_local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B_local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C_local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2F1E864-2426-6786-0D5D-5BB62F8A5B13}"/>
              </a:ext>
            </a:extLst>
          </p:cNvPr>
          <p:cNvSpPr txBox="1"/>
          <p:nvPr/>
        </p:nvSpPr>
        <p:spPr>
          <a:xfrm>
            <a:off x="1094282" y="6266525"/>
            <a:ext cx="1577426" cy="510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en-US" sz="28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Pipelining</a:t>
            </a:r>
          </a:p>
        </p:txBody>
      </p:sp>
      <p:sp>
        <p:nvSpPr>
          <p:cNvPr id="42" name="Shape 4">
            <a:extLst>
              <a:ext uri="{FF2B5EF4-FFF2-40B4-BE49-F238E27FC236}">
                <a16:creationId xmlns:a16="http://schemas.microsoft.com/office/drawing/2014/main" id="{752536D4-A069-C639-62BF-E9E2DF919C15}"/>
              </a:ext>
            </a:extLst>
          </p:cNvPr>
          <p:cNvSpPr/>
          <p:nvPr/>
        </p:nvSpPr>
        <p:spPr>
          <a:xfrm>
            <a:off x="11159655" y="5686794"/>
            <a:ext cx="5396981" cy="1687968"/>
          </a:xfrm>
          <a:prstGeom prst="roundRect">
            <a:avLst>
              <a:gd name="adj" fmla="val 1092"/>
            </a:avLst>
          </a:prstGeom>
          <a:solidFill>
            <a:schemeClr val="accent4">
              <a:lumMod val="60000"/>
              <a:lumOff val="40000"/>
            </a:schemeClr>
          </a:solidFill>
          <a:ln w="6350">
            <a:solidFill>
              <a:srgbClr val="CCCCCC"/>
            </a:solidFill>
            <a:prstDash val="solid"/>
          </a:ln>
        </p:spPr>
        <p:txBody>
          <a:bodyPr anchor="ctr"/>
          <a:lstStyle/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0A6DB1B-B87B-FEEA-CB07-7C0B5D43E5D8}"/>
              </a:ext>
            </a:extLst>
          </p:cNvPr>
          <p:cNvCxnSpPr>
            <a:cxnSpLocks/>
            <a:stCxn id="40" idx="3"/>
            <a:endCxn id="42" idx="1"/>
          </p:cNvCxnSpPr>
          <p:nvPr/>
        </p:nvCxnSpPr>
        <p:spPr>
          <a:xfrm>
            <a:off x="8371058" y="6530778"/>
            <a:ext cx="2788597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Shape 12">
            <a:extLst>
              <a:ext uri="{FF2B5EF4-FFF2-40B4-BE49-F238E27FC236}">
                <a16:creationId xmlns:a16="http://schemas.microsoft.com/office/drawing/2014/main" id="{0A5F9ED8-CCC9-63F9-E2C9-B0DDBD8BFA51}"/>
              </a:ext>
            </a:extLst>
          </p:cNvPr>
          <p:cNvSpPr/>
          <p:nvPr/>
        </p:nvSpPr>
        <p:spPr>
          <a:xfrm>
            <a:off x="3200401" y="7611580"/>
            <a:ext cx="5170657" cy="1687968"/>
          </a:xfrm>
          <a:prstGeom prst="roundRect">
            <a:avLst>
              <a:gd name="adj" fmla="val 1092"/>
            </a:avLst>
          </a:prstGeom>
          <a:solidFill>
            <a:schemeClr val="accent5">
              <a:lumMod val="20000"/>
              <a:lumOff val="80000"/>
            </a:schemeClr>
          </a:solidFill>
          <a:ln w="6350">
            <a:solidFill>
              <a:srgbClr val="CCCCCC"/>
            </a:solidFill>
            <a:prstDash val="solid"/>
          </a:ln>
        </p:spPr>
        <p:txBody>
          <a:bodyPr anchor="ctr"/>
          <a:lstStyle/>
          <a:p>
            <a:r>
              <a:rPr lang="nn-N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i in T.Parallel(chunk):</a:t>
            </a:r>
          </a:p>
          <a:p>
            <a:r>
              <a:rPr lang="nn-NO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x[i] = T.sigmoid(x[i])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C26E71A-8655-25E4-525E-0F2BF2DC8D3B}"/>
              </a:ext>
            </a:extLst>
          </p:cNvPr>
          <p:cNvSpPr txBox="1"/>
          <p:nvPr/>
        </p:nvSpPr>
        <p:spPr>
          <a:xfrm>
            <a:off x="1094282" y="8200314"/>
            <a:ext cx="2008683" cy="510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en-US" sz="2800" b="1" i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Vectorization</a:t>
            </a:r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0838C4C4-C9FA-1664-4DE4-2CB77EB7AE7B}"/>
              </a:ext>
            </a:extLst>
          </p:cNvPr>
          <p:cNvSpPr/>
          <p:nvPr/>
        </p:nvSpPr>
        <p:spPr>
          <a:xfrm>
            <a:off x="11159655" y="7611580"/>
            <a:ext cx="5396981" cy="1687968"/>
          </a:xfrm>
          <a:prstGeom prst="roundRect">
            <a:avLst>
              <a:gd name="adj" fmla="val 1092"/>
            </a:avLst>
          </a:prstGeom>
          <a:solidFill>
            <a:schemeClr val="accent4">
              <a:lumMod val="60000"/>
              <a:lumOff val="40000"/>
            </a:schemeClr>
          </a:solidFill>
          <a:ln w="6350">
            <a:solidFill>
              <a:srgbClr val="CCCCCC"/>
            </a:solidFill>
            <a:prstDash val="solid"/>
          </a:ln>
        </p:spPr>
        <p:txBody>
          <a:bodyPr anchor="ctr"/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work split: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per-core SID,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strided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addr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stripmine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vsetvli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loop over hardware VLEN op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decomp: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sigmoid →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vfmul·vfexp·vfdiv·vfadd·vfdiv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emission: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inline RISC-V V 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asm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Spatz Engine</a:t>
            </a:r>
          </a:p>
        </p:txBody>
      </p: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A61DA280-AC3E-CCBA-9B97-700484591ED5}"/>
              </a:ext>
            </a:extLst>
          </p:cNvPr>
          <p:cNvCxnSpPr>
            <a:cxnSpLocks/>
            <a:stCxn id="44" idx="3"/>
            <a:endCxn id="46" idx="1"/>
          </p:cNvCxnSpPr>
          <p:nvPr/>
        </p:nvCxnSpPr>
        <p:spPr>
          <a:xfrm>
            <a:off x="8371058" y="8455564"/>
            <a:ext cx="2788597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图片 62">
            <a:extLst>
              <a:ext uri="{FF2B5EF4-FFF2-40B4-BE49-F238E27FC236}">
                <a16:creationId xmlns:a16="http://schemas.microsoft.com/office/drawing/2014/main" id="{30EA63C5-360D-84A4-69D9-62055DA41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9655" y="5651112"/>
            <a:ext cx="5396981" cy="1782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046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7" grpId="0"/>
      <p:bldP spid="38" grpId="0" animBg="1"/>
      <p:bldP spid="40" grpId="0" animBg="1"/>
      <p:bldP spid="41" grpId="0"/>
      <p:bldP spid="42" grpId="0" animBg="1"/>
      <p:bldP spid="44" grpId="0" animBg="1"/>
      <p:bldP spid="45" grpId="0"/>
      <p:bldP spid="4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02FCD7-A7E0-4E8F-BD47-E3C5F9571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9E0800BA-1480-3979-CEE7-7D1EF96053BD}"/>
              </a:ext>
            </a:extLst>
          </p:cNvPr>
          <p:cNvSpPr/>
          <p:nvPr/>
        </p:nvSpPr>
        <p:spPr>
          <a:xfrm>
            <a:off x="265430" y="274836"/>
            <a:ext cx="1667173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Kernel</a:t>
            </a:r>
            <a:r>
              <a:rPr lang="en-US" sz="4500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: 2D SUMMA GEMM</a:t>
            </a:r>
            <a:endParaRPr lang="en-US" sz="45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EFB651E1-72A9-A6E7-6818-9D405857A262}"/>
              </a:ext>
            </a:extLst>
          </p:cNvPr>
          <p:cNvSpPr/>
          <p:nvPr/>
        </p:nvSpPr>
        <p:spPr>
          <a:xfrm>
            <a:off x="9339171" y="8634334"/>
            <a:ext cx="812906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-54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Numerical verification </a:t>
            </a:r>
            <a:r>
              <a:rPr lang="en-US" sz="2400" kern="0" spc="-54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against a bit-true golden: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146BCCB3-8023-8355-79D5-F5BAC60732EA}"/>
              </a:ext>
            </a:extLst>
          </p:cNvPr>
          <p:cNvSpPr/>
          <p:nvPr/>
        </p:nvSpPr>
        <p:spPr>
          <a:xfrm>
            <a:off x="9379450" y="9054792"/>
            <a:ext cx="8378825" cy="116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Reference: </a:t>
            </a:r>
            <a:r>
              <a:rPr lang="en-US" sz="2000" dirty="0" err="1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RedMule's</a:t>
            </a: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 exact FP16 FMA in software.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Verified with different input shapes.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231AEFF3-BFF8-71CD-A2E1-03ACB0FA1C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430750" y="9742488"/>
            <a:ext cx="857250" cy="457200"/>
          </a:xfrm>
        </p:spPr>
        <p:txBody>
          <a:bodyPr/>
          <a:lstStyle/>
          <a:p>
            <a:fld id="{33867F2A-E750-44E7-A740-D3E09DF683AD}" type="slidenum">
              <a:rPr lang="en-US" smtClean="0">
                <a:solidFill>
                  <a:schemeClr val="bg2"/>
                </a:solidFill>
              </a:rPr>
              <a:pPr/>
              <a:t>13</a:t>
            </a:fld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9032F8EE-8DDC-CE8E-7688-B52A09514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090" y="1908141"/>
            <a:ext cx="3297836" cy="78435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E7517D9E-DA82-8990-8ADF-72764D3BD9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322" y="2762034"/>
            <a:ext cx="3297836" cy="784350"/>
          </a:xfrm>
          <a:prstGeom prst="rect">
            <a:avLst/>
          </a:prstGeom>
        </p:spPr>
      </p:pic>
      <p:sp>
        <p:nvSpPr>
          <p:cNvPr id="83" name="矩形 82">
            <a:extLst>
              <a:ext uri="{FF2B5EF4-FFF2-40B4-BE49-F238E27FC236}">
                <a16:creationId xmlns:a16="http://schemas.microsoft.com/office/drawing/2014/main" id="{F515C77C-A788-82B9-6DD6-8B26260C3FBF}"/>
              </a:ext>
            </a:extLst>
          </p:cNvPr>
          <p:cNvSpPr/>
          <p:nvPr/>
        </p:nvSpPr>
        <p:spPr>
          <a:xfrm>
            <a:off x="9998439" y="2405921"/>
            <a:ext cx="7759836" cy="46469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FA3F09F4-F97E-C957-BC6D-4EF5C432C450}"/>
              </a:ext>
            </a:extLst>
          </p:cNvPr>
          <p:cNvSpPr/>
          <p:nvPr/>
        </p:nvSpPr>
        <p:spPr>
          <a:xfrm>
            <a:off x="9293903" y="574875"/>
            <a:ext cx="8919146" cy="748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@tilelang.jit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summa_gemm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M, K, N, 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BM: int, BN: int, BK: int, GX: int, GY: int):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T.Kernel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(M,GY*BM),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(N,GX*BN))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(by, bx):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T.cluster_group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("summa", x=GX, y=GY,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num_groups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axes=("x", "y"))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inst_id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T.alloc_fragment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((BM, BK),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T.alloc_fragment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((BK, BN),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T.alloc_fragment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((BM, BN),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T.clear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endParaRPr lang="en-US" dirty="0">
              <a:solidFill>
                <a:schemeClr val="bg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T.Pipelined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(K, BK),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num_stages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GY +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BM,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BK],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BK,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GX +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BN],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axis="x",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axis="y",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T.gemm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clear_accum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=False)</a:t>
            </a:r>
          </a:p>
          <a:p>
            <a:pPr defTabSz="540000">
              <a:lnSpc>
                <a:spcPct val="120000"/>
              </a:lnSpc>
            </a:pPr>
            <a:endParaRPr lang="en-US" dirty="0">
              <a:solidFill>
                <a:schemeClr val="bg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GY+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)*BM,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GX+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)*BN])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8D3DCA-D06A-75CC-430E-EF5DFCEAD0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000" r="66011"/>
          <a:stretch>
            <a:fillRect/>
          </a:stretch>
        </p:blipFill>
        <p:spPr>
          <a:xfrm>
            <a:off x="-82194" y="1411038"/>
            <a:ext cx="6910989" cy="526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58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65430" y="274836"/>
            <a:ext cx="1667173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Kernel</a:t>
            </a:r>
            <a:r>
              <a:rPr lang="en-US" sz="4500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: 2D SUMMA GEMM</a:t>
            </a:r>
            <a:endParaRPr lang="en-US" sz="45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6D3BAC25-97F6-7BB1-1A4A-33466B37A04B}"/>
              </a:ext>
            </a:extLst>
          </p:cNvPr>
          <p:cNvSpPr/>
          <p:nvPr/>
        </p:nvSpPr>
        <p:spPr>
          <a:xfrm>
            <a:off x="9339171" y="8634334"/>
            <a:ext cx="812906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-54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Numerical verification </a:t>
            </a:r>
            <a:r>
              <a:rPr lang="en-US" sz="2400" kern="0" spc="-54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against a bit-true golden: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70E86D70-9DA6-3115-4467-58E777BC48AA}"/>
              </a:ext>
            </a:extLst>
          </p:cNvPr>
          <p:cNvSpPr/>
          <p:nvPr/>
        </p:nvSpPr>
        <p:spPr>
          <a:xfrm>
            <a:off x="9379450" y="9054792"/>
            <a:ext cx="8378825" cy="116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Reference: </a:t>
            </a:r>
            <a:r>
              <a:rPr lang="en-US" sz="2000" dirty="0" err="1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RedMule's</a:t>
            </a: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 exact FP16 FMA in software.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Verified with different input shapes.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070FEC7B-FC5F-ED7B-BB51-7E6A77A5980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430750" y="9742488"/>
            <a:ext cx="857250" cy="457200"/>
          </a:xfrm>
        </p:spPr>
        <p:txBody>
          <a:bodyPr/>
          <a:lstStyle/>
          <a:p>
            <a:fld id="{33867F2A-E750-44E7-A740-D3E09DF683AD}" type="slidenum">
              <a:rPr lang="en-US" smtClean="0">
                <a:solidFill>
                  <a:schemeClr val="bg2"/>
                </a:solidFill>
              </a:rPr>
              <a:pPr/>
              <a:t>14</a:t>
            </a:fld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DD908F51-0AF3-40A7-3D1D-8AF2EE25FD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090" y="1908141"/>
            <a:ext cx="3297836" cy="78435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DD83E7BF-0A07-4139-2E68-FBDA1876B1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322" y="2762034"/>
            <a:ext cx="3297836" cy="784350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B9F99C76-820A-4D9D-383F-DEBC7A080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5091" y="4019800"/>
            <a:ext cx="3297835" cy="784350"/>
          </a:xfrm>
          <a:prstGeom prst="rect">
            <a:avLst/>
          </a:prstGeom>
        </p:spPr>
      </p:pic>
      <p:sp>
        <p:nvSpPr>
          <p:cNvPr id="83" name="矩形 82">
            <a:extLst>
              <a:ext uri="{FF2B5EF4-FFF2-40B4-BE49-F238E27FC236}">
                <a16:creationId xmlns:a16="http://schemas.microsoft.com/office/drawing/2014/main" id="{4F5331F8-4EF9-DEBB-1B6C-256A0F31D005}"/>
              </a:ext>
            </a:extLst>
          </p:cNvPr>
          <p:cNvSpPr/>
          <p:nvPr/>
        </p:nvSpPr>
        <p:spPr>
          <a:xfrm>
            <a:off x="9998439" y="2405921"/>
            <a:ext cx="7759836" cy="46469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ED14A97E-9C6F-26B4-0836-045C78112AA2}"/>
              </a:ext>
            </a:extLst>
          </p:cNvPr>
          <p:cNvSpPr/>
          <p:nvPr/>
        </p:nvSpPr>
        <p:spPr>
          <a:xfrm>
            <a:off x="9293903" y="574875"/>
            <a:ext cx="8919146" cy="748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@tilelang.jit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summa_gemm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M, K, N, 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BM: int, BN: int, BK: int, GX: int, GY: int):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T.Kernel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(M,GY*BM),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(N,GX*BN))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(by, bx):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T.cluster_group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("summa", x=GX, y=GY,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num_groups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axes=("x", "y"))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inst_id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T.alloc_fragment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((BM, BK),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T.alloc_fragment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((BK, BN),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T.alloc_fragment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((BM, BN),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T.clear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endParaRPr lang="en-US" dirty="0">
              <a:solidFill>
                <a:schemeClr val="bg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T.Pipelined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(K, BK),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num_stages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GY +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BM,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BK],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BK,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GX +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BN],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axis="x",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axis="y",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T.gemm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clear_accum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=False)</a:t>
            </a:r>
          </a:p>
          <a:p>
            <a:pPr defTabSz="540000">
              <a:lnSpc>
                <a:spcPct val="120000"/>
              </a:lnSpc>
            </a:pPr>
            <a:endParaRPr lang="en-US" dirty="0">
              <a:solidFill>
                <a:schemeClr val="bg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GY+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)*BM,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GX+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)*BN])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CD3DAE6-ED11-3C7B-5026-E6454046740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7101" b="51869"/>
          <a:stretch>
            <a:fillRect/>
          </a:stretch>
        </p:blipFill>
        <p:spPr>
          <a:xfrm>
            <a:off x="-1" y="1778602"/>
            <a:ext cx="6698751" cy="507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099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CCDB7E-A7D0-DB8F-DDB5-B5F331242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7958E0C-C889-724F-7210-E90ECF900C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78" t="53582" r="34294"/>
          <a:stretch>
            <a:fillRect/>
          </a:stretch>
        </p:blipFill>
        <p:spPr>
          <a:xfrm>
            <a:off x="-63142" y="1758724"/>
            <a:ext cx="6562814" cy="489717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6CC4D213-4EF6-7F2C-0FCB-051043AC9D27}"/>
              </a:ext>
            </a:extLst>
          </p:cNvPr>
          <p:cNvSpPr/>
          <p:nvPr/>
        </p:nvSpPr>
        <p:spPr>
          <a:xfrm>
            <a:off x="265430" y="274836"/>
            <a:ext cx="1667173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Kernel</a:t>
            </a:r>
            <a:r>
              <a:rPr lang="en-US" sz="4500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: 2D SUMMA GEMM</a:t>
            </a:r>
            <a:endParaRPr lang="en-US" sz="45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65CE3341-2913-3257-3B17-0911C30B9C3E}"/>
              </a:ext>
            </a:extLst>
          </p:cNvPr>
          <p:cNvSpPr/>
          <p:nvPr/>
        </p:nvSpPr>
        <p:spPr>
          <a:xfrm>
            <a:off x="9339171" y="8634334"/>
            <a:ext cx="812906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-54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Numerical verification </a:t>
            </a:r>
            <a:r>
              <a:rPr lang="en-US" sz="2400" kern="0" spc="-54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against a bit-true golden: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0DB8A35C-9A8F-9848-2F90-2031F1B03C0E}"/>
              </a:ext>
            </a:extLst>
          </p:cNvPr>
          <p:cNvSpPr/>
          <p:nvPr/>
        </p:nvSpPr>
        <p:spPr>
          <a:xfrm>
            <a:off x="9379450" y="9054792"/>
            <a:ext cx="8378825" cy="116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Reference: </a:t>
            </a:r>
            <a:r>
              <a:rPr lang="en-US" sz="2000" dirty="0" err="1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RedMule's</a:t>
            </a: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 exact FP16 FMA in software.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Verified with different input shapes.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D4A60FAA-0518-2063-01B5-063BF6483A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430750" y="9742488"/>
            <a:ext cx="857250" cy="457200"/>
          </a:xfrm>
        </p:spPr>
        <p:txBody>
          <a:bodyPr/>
          <a:lstStyle/>
          <a:p>
            <a:fld id="{33867F2A-E750-44E7-A740-D3E09DF683AD}" type="slidenum">
              <a:rPr lang="en-US" smtClean="0">
                <a:solidFill>
                  <a:schemeClr val="bg2"/>
                </a:solidFill>
              </a:rPr>
              <a:pPr/>
              <a:t>15</a:t>
            </a:fld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6E2E3EF5-DC7F-6CF1-44C0-B819AA661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090" y="1908141"/>
            <a:ext cx="3297836" cy="78435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FF05AEF5-074B-9CFC-C52A-6B64E44B07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322" y="2762034"/>
            <a:ext cx="3297836" cy="784350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8899C993-6CA5-5402-A38C-C5C15F8F12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5091" y="4019800"/>
            <a:ext cx="3297835" cy="784350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1F711874-A9CE-C53F-7703-ED53C527FDD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322" y="5542728"/>
            <a:ext cx="3281604" cy="902220"/>
          </a:xfrm>
          <a:prstGeom prst="rect">
            <a:avLst/>
          </a:prstGeom>
        </p:spPr>
      </p:pic>
      <p:sp>
        <p:nvSpPr>
          <p:cNvPr id="83" name="矩形 82">
            <a:extLst>
              <a:ext uri="{FF2B5EF4-FFF2-40B4-BE49-F238E27FC236}">
                <a16:creationId xmlns:a16="http://schemas.microsoft.com/office/drawing/2014/main" id="{471CAA80-3FCC-E20A-2F2F-069B0A79D305}"/>
              </a:ext>
            </a:extLst>
          </p:cNvPr>
          <p:cNvSpPr/>
          <p:nvPr/>
        </p:nvSpPr>
        <p:spPr>
          <a:xfrm>
            <a:off x="9998439" y="2405921"/>
            <a:ext cx="7759836" cy="46469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67643E41-6161-A598-450C-D637D062E888}"/>
              </a:ext>
            </a:extLst>
          </p:cNvPr>
          <p:cNvSpPr/>
          <p:nvPr/>
        </p:nvSpPr>
        <p:spPr>
          <a:xfrm>
            <a:off x="9293903" y="574875"/>
            <a:ext cx="8919146" cy="748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@tilelang.jit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summa_gemm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M, K, N, 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BM: int, BN: int, BK: int, GX: int, GY: int):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T.Kernel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(M,GY*BM),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(N,GX*BN))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(by, bx):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T.cluster_group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("summa", x=GX, y=GY,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num_groups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axes=("x", "y"))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inst_id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T.alloc_fragment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((BM, BK),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T.alloc_fragment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((BK, BN),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T.alloc_fragment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((BM, BN),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T.clear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endParaRPr lang="en-US" dirty="0">
              <a:solidFill>
                <a:schemeClr val="bg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T.Pipelined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(K, BK),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num_stages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GY +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BM,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BK],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BK,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GX +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BN],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axis="x",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axis="y",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T.gemm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clear_accum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=False)</a:t>
            </a:r>
          </a:p>
          <a:p>
            <a:pPr defTabSz="540000">
              <a:lnSpc>
                <a:spcPct val="120000"/>
              </a:lnSpc>
            </a:pPr>
            <a:endParaRPr lang="en-US" dirty="0">
              <a:solidFill>
                <a:schemeClr val="bg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GY+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)*BM,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GX+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)*BN])</a:t>
            </a:r>
          </a:p>
        </p:txBody>
      </p:sp>
    </p:spTree>
    <p:extLst>
      <p:ext uri="{BB962C8B-B14F-4D97-AF65-F5344CB8AC3E}">
        <p14:creationId xmlns:p14="http://schemas.microsoft.com/office/powerpoint/2010/main" val="251586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858201-0959-BBB5-A60B-14D9725F4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E54B435C-FB56-C144-9986-A9B2CA6B0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70" r="34511" b="51589"/>
          <a:stretch>
            <a:fillRect/>
          </a:stretch>
        </p:blipFill>
        <p:spPr>
          <a:xfrm>
            <a:off x="-20592" y="1778602"/>
            <a:ext cx="6560019" cy="5122497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F7F3F55D-E2D0-A195-FDB4-01AF44BCCC14}"/>
              </a:ext>
            </a:extLst>
          </p:cNvPr>
          <p:cNvSpPr/>
          <p:nvPr/>
        </p:nvSpPr>
        <p:spPr>
          <a:xfrm>
            <a:off x="265430" y="274836"/>
            <a:ext cx="1667173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b="1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Kernel</a:t>
            </a:r>
            <a:r>
              <a:rPr lang="en-US" sz="4500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: 2D SUMMA GEMM</a:t>
            </a:r>
            <a:endParaRPr lang="en-US" sz="45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0733783B-E93C-71E1-B61F-1C7B30C6CE81}"/>
              </a:ext>
            </a:extLst>
          </p:cNvPr>
          <p:cNvSpPr/>
          <p:nvPr/>
        </p:nvSpPr>
        <p:spPr>
          <a:xfrm>
            <a:off x="9339171" y="8634334"/>
            <a:ext cx="8129062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400" b="1" kern="0" spc="-54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Numerical verification </a:t>
            </a:r>
            <a:r>
              <a:rPr lang="en-US" sz="2400" kern="0" spc="-54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against a bit-true golden:</a:t>
            </a:r>
            <a:endParaRPr lang="en-US" sz="2400" dirty="0">
              <a:solidFill>
                <a:schemeClr val="bg2"/>
              </a:solidFill>
            </a:endParaRPr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D91B96F8-C6B6-DA55-2308-88BD8B721FE1}"/>
              </a:ext>
            </a:extLst>
          </p:cNvPr>
          <p:cNvSpPr/>
          <p:nvPr/>
        </p:nvSpPr>
        <p:spPr>
          <a:xfrm>
            <a:off x="9379450" y="9054792"/>
            <a:ext cx="8378825" cy="1164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Reference: </a:t>
            </a:r>
            <a:r>
              <a:rPr lang="en-US" sz="2000" dirty="0" err="1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RedMule's</a:t>
            </a: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 exact FP16 FMA in software.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en-US" sz="2000" dirty="0">
                <a:solidFill>
                  <a:schemeClr val="bg2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Verified with different input shapes.</a:t>
            </a:r>
          </a:p>
          <a:p>
            <a:pPr marL="0" indent="0" algn="l">
              <a:lnSpc>
                <a:spcPct val="120000"/>
              </a:lnSpc>
              <a:buNone/>
            </a:pP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1C4D3163-B964-6DF6-CB99-1F10AB32EE3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430750" y="9742488"/>
            <a:ext cx="857250" cy="457200"/>
          </a:xfrm>
        </p:spPr>
        <p:txBody>
          <a:bodyPr/>
          <a:lstStyle/>
          <a:p>
            <a:fld id="{33867F2A-E750-44E7-A740-D3E09DF683AD}" type="slidenum">
              <a:rPr lang="en-US" smtClean="0">
                <a:solidFill>
                  <a:schemeClr val="bg2"/>
                </a:solidFill>
              </a:rPr>
              <a:pPr/>
              <a:t>16</a:t>
            </a:fld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72" name="图片 71">
            <a:extLst>
              <a:ext uri="{FF2B5EF4-FFF2-40B4-BE49-F238E27FC236}">
                <a16:creationId xmlns:a16="http://schemas.microsoft.com/office/drawing/2014/main" id="{DF8B6926-DE2A-F1CA-1BDC-5EE1EAF8A4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090" y="1908141"/>
            <a:ext cx="3297836" cy="784350"/>
          </a:xfrm>
          <a:prstGeom prst="rect">
            <a:avLst/>
          </a:prstGeom>
        </p:spPr>
      </p:pic>
      <p:pic>
        <p:nvPicPr>
          <p:cNvPr id="74" name="图片 73">
            <a:extLst>
              <a:ext uri="{FF2B5EF4-FFF2-40B4-BE49-F238E27FC236}">
                <a16:creationId xmlns:a16="http://schemas.microsoft.com/office/drawing/2014/main" id="{ED6E72AF-6E1E-FAD4-F7B4-43EC287B3A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322" y="2762034"/>
            <a:ext cx="3297836" cy="784350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9767A6A5-7C7F-9466-810E-F6E4FECF16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5091" y="4019800"/>
            <a:ext cx="3297835" cy="784350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F90CA7A3-4A1B-4F7C-D1FA-F9123F03406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1322" y="6675772"/>
            <a:ext cx="3297834" cy="784350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FBF71E0C-9070-C804-2A57-174E61B1324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1322" y="5542728"/>
            <a:ext cx="3281604" cy="902220"/>
          </a:xfrm>
          <a:prstGeom prst="rect">
            <a:avLst/>
          </a:prstGeom>
        </p:spPr>
      </p:pic>
      <p:sp>
        <p:nvSpPr>
          <p:cNvPr id="83" name="矩形 82">
            <a:extLst>
              <a:ext uri="{FF2B5EF4-FFF2-40B4-BE49-F238E27FC236}">
                <a16:creationId xmlns:a16="http://schemas.microsoft.com/office/drawing/2014/main" id="{5EE05F1D-404C-4410-F5F3-F5B4BB72F17B}"/>
              </a:ext>
            </a:extLst>
          </p:cNvPr>
          <p:cNvSpPr/>
          <p:nvPr/>
        </p:nvSpPr>
        <p:spPr>
          <a:xfrm>
            <a:off x="9998439" y="2405921"/>
            <a:ext cx="7759836" cy="46469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9F8865A7-3D52-5112-2344-0C90FC66731E}"/>
              </a:ext>
            </a:extLst>
          </p:cNvPr>
          <p:cNvSpPr/>
          <p:nvPr/>
        </p:nvSpPr>
        <p:spPr>
          <a:xfrm>
            <a:off x="9293903" y="574875"/>
            <a:ext cx="8919146" cy="748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@tilelang.jit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summa_gemm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A, B, C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M, K, N, 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BM: int, BN: int, BK: int, GX: int, GY: int):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T.Kernel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(M,GY*BM),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(N,GX*BN))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(by, bx):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T.cluster_group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("summa", x=GX, y=GY,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num_groups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=1,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axes=("x", "y")) as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inst_id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T.alloc_fragment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((BM, BK),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T.alloc_fragment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((BK, BN),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T.alloc_fragment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((BM, BN),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T.clear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endParaRPr lang="en-US" dirty="0">
              <a:solidFill>
                <a:schemeClr val="bg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T.Pipelined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(K, BK),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num_stages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GY +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BM,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BK],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BK,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GX +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BN],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axis="x",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axis="y",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T.gemm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clear_accum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=False)</a:t>
            </a:r>
          </a:p>
          <a:p>
            <a:pPr defTabSz="540000">
              <a:lnSpc>
                <a:spcPct val="120000"/>
              </a:lnSpc>
            </a:pPr>
            <a:endParaRPr lang="en-US" dirty="0">
              <a:solidFill>
                <a:schemeClr val="bg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GY+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)*BM, (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GX+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)*BN])</a:t>
            </a:r>
          </a:p>
        </p:txBody>
      </p:sp>
    </p:spTree>
    <p:extLst>
      <p:ext uri="{BB962C8B-B14F-4D97-AF65-F5344CB8AC3E}">
        <p14:creationId xmlns:p14="http://schemas.microsoft.com/office/powerpoint/2010/main" val="490332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62ADCA-FEB8-197A-FD89-3D3AEED1E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47E690EE-2F79-3670-2D86-29D0E6D07634}"/>
              </a:ext>
            </a:extLst>
          </p:cNvPr>
          <p:cNvSpPr/>
          <p:nvPr/>
        </p:nvSpPr>
        <p:spPr>
          <a:xfrm>
            <a:off x="265430" y="274836"/>
            <a:ext cx="1667173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05000"/>
              </a:lnSpc>
            </a:pPr>
            <a:r>
              <a:rPr lang="en-US" sz="4500" b="1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Kernel</a:t>
            </a:r>
            <a:r>
              <a:rPr lang="en-US" sz="4500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: 2D SUMMA GEMM</a:t>
            </a:r>
            <a:endParaRPr lang="en-US" sz="45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B314955B-63E5-AB8D-1FCC-7E4A1E4B1F89}"/>
              </a:ext>
            </a:extLst>
          </p:cNvPr>
          <p:cNvSpPr/>
          <p:nvPr/>
        </p:nvSpPr>
        <p:spPr>
          <a:xfrm>
            <a:off x="6548904" y="1333706"/>
            <a:ext cx="8201787" cy="493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kern="0" spc="288" dirty="0"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GVSOC TRACE — 16 CLUSTERS · </a:t>
            </a:r>
            <a:r>
              <a:rPr lang="pt-BR" kern="0" spc="288" dirty="0"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M, K, N = 512, 7168, 512</a:t>
            </a:r>
            <a:endParaRPr lang="en-US" dirty="0"/>
          </a:p>
        </p:txBody>
      </p:sp>
      <p:pic>
        <p:nvPicPr>
          <p:cNvPr id="49" name="Image 0" descr="preencoded.png">
            <a:extLst>
              <a:ext uri="{FF2B5EF4-FFF2-40B4-BE49-F238E27FC236}">
                <a16:creationId xmlns:a16="http://schemas.microsoft.com/office/drawing/2014/main" id="{30BE62E7-EC21-BF79-5E77-A46AFEBCDA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15" t="19086"/>
          <a:stretch>
            <a:fillRect/>
          </a:stretch>
        </p:blipFill>
        <p:spPr>
          <a:xfrm>
            <a:off x="6396687" y="1808178"/>
            <a:ext cx="11891313" cy="6278805"/>
          </a:xfrm>
          <a:prstGeom prst="rect">
            <a:avLst/>
          </a:prstGeom>
        </p:spPr>
      </p:pic>
      <p:sp>
        <p:nvSpPr>
          <p:cNvPr id="52" name="灯片编号占位符 51">
            <a:extLst>
              <a:ext uri="{FF2B5EF4-FFF2-40B4-BE49-F238E27FC236}">
                <a16:creationId xmlns:a16="http://schemas.microsoft.com/office/drawing/2014/main" id="{0BCDA0EC-65FC-A5C4-6FA5-46A22B4DC9E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7F6901-15F6-E377-D83C-67FC23C01D28}"/>
              </a:ext>
            </a:extLst>
          </p:cNvPr>
          <p:cNvSpPr/>
          <p:nvPr/>
        </p:nvSpPr>
        <p:spPr>
          <a:xfrm>
            <a:off x="6396686" y="1826867"/>
            <a:ext cx="11891313" cy="2955198"/>
          </a:xfrm>
          <a:prstGeom prst="rect">
            <a:avLst/>
          </a:prstGeom>
          <a:noFill/>
          <a:ln w="7620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="1" i="0" cap="none" spc="0" dirty="0">
              <a:ln>
                <a:noFill/>
              </a:ln>
              <a:solidFill>
                <a:schemeClr val="bg2"/>
              </a:solidFill>
              <a:effectLst/>
              <a:latin typeface="Arial Narrow" panose="020B0604020202020204" pitchFamily="34" charset="0"/>
              <a:cs typeface="Arial Narrow" panose="020B060402020202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6236357-75FE-4462-A3FA-0F2A4514D5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937" t="10810" r="36356"/>
          <a:stretch>
            <a:fillRect/>
          </a:stretch>
        </p:blipFill>
        <p:spPr>
          <a:xfrm>
            <a:off x="15100792" y="8469150"/>
            <a:ext cx="2315981" cy="39753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9F9AE3B-A8BD-E1F2-0EF8-79FA17C24063}"/>
              </a:ext>
            </a:extLst>
          </p:cNvPr>
          <p:cNvSpPr txBox="1"/>
          <p:nvPr/>
        </p:nvSpPr>
        <p:spPr>
          <a:xfrm>
            <a:off x="15100792" y="8254449"/>
            <a:ext cx="2814790" cy="2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en-US" altLang="zh-CN" i="0" dirty="0" err="1">
                <a:cs typeface="Arial Narrow" panose="020B0604020202020204" pitchFamily="34" charset="0"/>
              </a:rPr>
              <a:t>iDMA</a:t>
            </a:r>
            <a:r>
              <a:rPr lang="en-US" altLang="zh-CN" i="0" dirty="0">
                <a:cs typeface="Arial Narrow" panose="020B0604020202020204" pitchFamily="34" charset="0"/>
              </a:rPr>
              <a:t> Transfer</a:t>
            </a:r>
            <a:endParaRPr lang="en-US" i="0" dirty="0">
              <a:cs typeface="Arial Narrow" panose="020B060402020202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EE095B8-0BB0-C94F-2100-26217A44D7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214" r="42678" b="28063"/>
          <a:stretch>
            <a:fillRect/>
          </a:stretch>
        </p:blipFill>
        <p:spPr>
          <a:xfrm>
            <a:off x="-51536" y="1808179"/>
            <a:ext cx="6489215" cy="479582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ABE5CF9-76A9-584A-E353-4C8EC25416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273" r="24273"/>
          <a:stretch>
            <a:fillRect/>
          </a:stretch>
        </p:blipFill>
        <p:spPr>
          <a:xfrm>
            <a:off x="15100791" y="9143144"/>
            <a:ext cx="2315981" cy="397532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4FA00D7-6BFA-253F-B37B-C878534C72F4}"/>
              </a:ext>
            </a:extLst>
          </p:cNvPr>
          <p:cNvSpPr txBox="1"/>
          <p:nvPr/>
        </p:nvSpPr>
        <p:spPr>
          <a:xfrm>
            <a:off x="15100791" y="8866682"/>
            <a:ext cx="2814790" cy="2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en-US" altLang="zh-CN" i="0" dirty="0" err="1">
                <a:cs typeface="Arial Narrow" panose="020B0604020202020204" pitchFamily="34" charset="0"/>
              </a:rPr>
              <a:t>RedMule</a:t>
            </a:r>
            <a:r>
              <a:rPr lang="en-US" altLang="zh-CN" i="0" dirty="0">
                <a:cs typeface="Arial Narrow" panose="020B0604020202020204" pitchFamily="34" charset="0"/>
              </a:rPr>
              <a:t> compute</a:t>
            </a:r>
            <a:endParaRPr lang="en-US" i="0" dirty="0">
              <a:cs typeface="Arial Narrow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438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1"/>
          <p:cNvSpPr/>
          <p:nvPr/>
        </p:nvSpPr>
        <p:spPr>
          <a:xfrm>
            <a:off x="265430" y="1567118"/>
            <a:ext cx="8878570" cy="1218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2400" dirty="0"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Partitioning K dimension into different </a:t>
            </a:r>
            <a:r>
              <a:rPr lang="en-US" sz="2400" dirty="0" err="1"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cluster_group</a:t>
            </a:r>
            <a:endParaRPr lang="en-US" sz="2400" dirty="0">
              <a:latin typeface="Calibri" panose="020F0502020204030204" pitchFamily="34" charset="0"/>
              <a:ea typeface="Arial" pitchFamily="34" charset="-122"/>
              <a:cs typeface="Calibri" panose="020F0502020204030204" pitchFamily="34" charset="-120"/>
            </a:endParaRPr>
          </a:p>
          <a:p>
            <a:pPr algn="l">
              <a:lnSpc>
                <a:spcPct val="14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-120"/>
              </a:rPr>
              <a:t>Suitable for flat GEMM with small M dimension (e.g. 512x7168x2048)</a:t>
            </a:r>
            <a:endParaRPr lang="en-US" sz="2400" dirty="0"/>
          </a:p>
        </p:txBody>
      </p: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92D8AA33-2EEE-9103-F3F9-761D2CF5C40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430750" y="9742488"/>
            <a:ext cx="857250" cy="457200"/>
          </a:xfrm>
        </p:spPr>
        <p:txBody>
          <a:bodyPr/>
          <a:lstStyle/>
          <a:p>
            <a:fld id="{33867F2A-E750-44E7-A740-D3E09DF683AD}" type="slidenum">
              <a:rPr lang="en-US" smtClean="0">
                <a:solidFill>
                  <a:schemeClr val="bg2"/>
                </a:solidFill>
              </a:rPr>
              <a:pPr/>
              <a:t>18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F72363E3-B250-3CF9-40F7-9EB3B555ACE2}"/>
              </a:ext>
            </a:extLst>
          </p:cNvPr>
          <p:cNvSpPr/>
          <p:nvPr/>
        </p:nvSpPr>
        <p:spPr>
          <a:xfrm>
            <a:off x="265430" y="254958"/>
            <a:ext cx="8736163" cy="129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05000"/>
              </a:lnSpc>
            </a:pPr>
            <a:r>
              <a:rPr lang="en-US" sz="4500" b="1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Kernel</a:t>
            </a:r>
            <a:r>
              <a:rPr lang="en-US" sz="4500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: SUMMA GEMM </a:t>
            </a:r>
          </a:p>
          <a:p>
            <a:pPr>
              <a:lnSpc>
                <a:spcPct val="105000"/>
              </a:lnSpc>
            </a:pPr>
            <a:r>
              <a:rPr lang="en-US" sz="4500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with Split-K works easily</a:t>
            </a:r>
            <a:endParaRPr lang="en-US" sz="45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E59743-C00C-BCB0-8E77-2A97E9EA9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035" y="3080085"/>
            <a:ext cx="6050951" cy="648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085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DBF62-D4AB-93AF-4FA7-3B6B1F22A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11">
            <a:extLst>
              <a:ext uri="{FF2B5EF4-FFF2-40B4-BE49-F238E27FC236}">
                <a16:creationId xmlns:a16="http://schemas.microsoft.com/office/drawing/2014/main" id="{385F4579-520C-5EA7-B330-0131EDD7D001}"/>
              </a:ext>
            </a:extLst>
          </p:cNvPr>
          <p:cNvSpPr/>
          <p:nvPr/>
        </p:nvSpPr>
        <p:spPr>
          <a:xfrm>
            <a:off x="265430" y="1567118"/>
            <a:ext cx="8878570" cy="1218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>
              <a:lnSpc>
                <a:spcPct val="140000"/>
              </a:lnSpc>
            </a:pPr>
            <a:r>
              <a:rPr lang="en-US" sz="2400" dirty="0"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Partitioning K dimension into different </a:t>
            </a:r>
            <a:r>
              <a:rPr lang="en-US" sz="2400" dirty="0" err="1"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cluster_group</a:t>
            </a:r>
            <a:endParaRPr lang="en-US" sz="2400" dirty="0">
              <a:latin typeface="Calibri" panose="020F0502020204030204" pitchFamily="34" charset="0"/>
              <a:ea typeface="Arial" pitchFamily="34" charset="-122"/>
              <a:cs typeface="Calibri" panose="020F0502020204030204" pitchFamily="34" charset="-120"/>
            </a:endParaRPr>
          </a:p>
          <a:p>
            <a:pPr algn="l">
              <a:lnSpc>
                <a:spcPct val="14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-120"/>
              </a:rPr>
              <a:t>Suitable for flat GEMM with small M dimension (e.g. 512x7168x2048)</a:t>
            </a:r>
            <a:endParaRPr lang="en-US" sz="2400" dirty="0"/>
          </a:p>
        </p:txBody>
      </p:sp>
      <p:sp>
        <p:nvSpPr>
          <p:cNvPr id="21" name="灯片编号占位符 20">
            <a:extLst>
              <a:ext uri="{FF2B5EF4-FFF2-40B4-BE49-F238E27FC236}">
                <a16:creationId xmlns:a16="http://schemas.microsoft.com/office/drawing/2014/main" id="{9151EAD5-6E29-791E-9E52-4606598C7A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7430750" y="9742488"/>
            <a:ext cx="857250" cy="457200"/>
          </a:xfrm>
        </p:spPr>
        <p:txBody>
          <a:bodyPr/>
          <a:lstStyle/>
          <a:p>
            <a:fld id="{33867F2A-E750-44E7-A740-D3E09DF683AD}" type="slidenum">
              <a:rPr lang="en-US" smtClean="0">
                <a:solidFill>
                  <a:schemeClr val="bg2"/>
                </a:solidFill>
              </a:rPr>
              <a:pPr/>
              <a:t>19</a:t>
            </a:fld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305AFAD2-EE4F-9F63-2BA0-148785F5107D}"/>
              </a:ext>
            </a:extLst>
          </p:cNvPr>
          <p:cNvSpPr/>
          <p:nvPr/>
        </p:nvSpPr>
        <p:spPr>
          <a:xfrm>
            <a:off x="265430" y="254958"/>
            <a:ext cx="8736163" cy="1292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>
              <a:lnSpc>
                <a:spcPct val="105000"/>
              </a:lnSpc>
            </a:pPr>
            <a:r>
              <a:rPr lang="en-US" sz="4500" b="1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Kernel</a:t>
            </a:r>
            <a:r>
              <a:rPr lang="en-US" sz="4500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: SUMMA GEMM </a:t>
            </a:r>
          </a:p>
          <a:p>
            <a:pPr>
              <a:lnSpc>
                <a:spcPct val="105000"/>
              </a:lnSpc>
            </a:pPr>
            <a:r>
              <a:rPr lang="en-US" sz="4500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with Split-K works easily</a:t>
            </a:r>
            <a:endParaRPr lang="en-US" sz="45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 6">
            <a:extLst>
              <a:ext uri="{FF2B5EF4-FFF2-40B4-BE49-F238E27FC236}">
                <a16:creationId xmlns:a16="http://schemas.microsoft.com/office/drawing/2014/main" id="{0AF7BD03-0779-96EC-FBFA-3AB1475C80EA}"/>
              </a:ext>
            </a:extLst>
          </p:cNvPr>
          <p:cNvSpPr/>
          <p:nvPr/>
        </p:nvSpPr>
        <p:spPr>
          <a:xfrm>
            <a:off x="9210208" y="87313"/>
            <a:ext cx="9128591" cy="10112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@tilelang.jit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summa_gemm_split_k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(A, B, C, M, K, N, 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BM, BN, BK, </a:t>
            </a:r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SX, SY: int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GX, GY: int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with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T.Kernel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(M,GY*BM),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(N,GX*BN)) as (by, bx):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T.cluster_group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("summa", x=GX, y=GY, 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	  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num_groups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=(SX/GX)*(SY/GY),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axes=("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x","y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split_axes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=("k0","k1"),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split_shape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=(GX, GY) 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		as (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inst_id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group_k0, group_k1):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split K into different cluster groups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K_per_group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(K, </a:t>
            </a:r>
            <a:r>
              <a:rPr lang="en-US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num_groups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K_base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(group_k0*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GX+group_GY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K_per_group</a:t>
            </a:r>
            <a:endParaRPr lang="en-US" dirty="0">
              <a:solidFill>
                <a:schemeClr val="bg2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for bk in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T.Pipelined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T.ceildiv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K_per_group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BK),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num_stages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=2):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(A[(by * GY +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BM,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K_base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bk * BK],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(B[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K_base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bk * BK, (bx * GX +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BN],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axis="x",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local_y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T.broadcast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level="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intra_group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axis="y",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group="summa", root=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local_x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T.gemm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A_local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B_local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clear_accum</a:t>
            </a: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=False)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reduce along k axis 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T.reduce</a:t>
            </a:r>
            <a:r>
              <a:rPr lang="en-US" dirty="0"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op="sum", level="</a:t>
            </a:r>
            <a:r>
              <a:rPr lang="en-US" dirty="0" err="1"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inter_group</a:t>
            </a:r>
            <a:r>
              <a:rPr lang="en-US" dirty="0"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axis="k0", group="summa")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 err="1"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T.reduce</a:t>
            </a:r>
            <a:r>
              <a:rPr lang="en-US" dirty="0"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, op="sum", level="</a:t>
            </a:r>
            <a:r>
              <a:rPr lang="en-US" dirty="0" err="1"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inter_group</a:t>
            </a:r>
            <a:r>
              <a:rPr lang="en-US" dirty="0">
                <a:highlight>
                  <a:srgbClr val="FFFF0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", axis="k1", group="summa")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 cluster group copies back result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inst_id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== 0:</a:t>
            </a:r>
          </a:p>
          <a:p>
            <a:pPr defTabSz="540000">
              <a:lnSpc>
                <a:spcPct val="120000"/>
              </a:lnSpc>
            </a:pPr>
            <a:r>
              <a:rPr lang="en-US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T.copy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C_local</a:t>
            </a:r>
            <a:r>
              <a:rPr lang="en-US" dirty="0">
                <a:solidFill>
                  <a:schemeClr val="accent2">
                    <a:lumMod val="40000"/>
                    <a:lumOff val="60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[(by*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GY+local_y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)*BM, (bx*</a:t>
            </a:r>
            <a:r>
              <a:rPr lang="en-US" dirty="0" err="1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GX+local_x</a:t>
            </a:r>
            <a:r>
              <a:rPr lang="en-US" dirty="0">
                <a:solidFill>
                  <a:schemeClr val="bg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)*BN])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4083D9F-54AC-5E5E-C94F-024945EE21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8644"/>
          <a:stretch>
            <a:fillRect/>
          </a:stretch>
        </p:blipFill>
        <p:spPr>
          <a:xfrm>
            <a:off x="0" y="2874575"/>
            <a:ext cx="8971136" cy="3705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255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13090" y="307376"/>
            <a:ext cx="1667173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500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2D SUMMA GEMM: </a:t>
            </a:r>
            <a:r>
              <a:rPr lang="en-US" sz="4500" kern="0" spc="-54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Tilelang</a:t>
            </a:r>
            <a:r>
              <a:rPr lang="en-US" sz="4500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 DSL vs. Hand-Written C</a:t>
            </a:r>
            <a:endParaRPr lang="en-US" sz="45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29144" y="1162085"/>
            <a:ext cx="3886200" cy="2302632"/>
          </a:xfrm>
          <a:prstGeom prst="roundRect">
            <a:avLst>
              <a:gd name="adj" fmla="val 1471"/>
            </a:avLst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2194" y="1297460"/>
            <a:ext cx="3440303" cy="507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kern="0" spc="108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TILELANG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02194" y="1899874"/>
            <a:ext cx="344030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20</a:t>
            </a:r>
            <a:endParaRPr lang="en-US" sz="72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02194" y="2890474"/>
            <a:ext cx="3440303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767676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lines of </a:t>
            </a:r>
            <a:r>
              <a:rPr lang="en-US" sz="1950" dirty="0" err="1">
                <a:solidFill>
                  <a:srgbClr val="767676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Tilelang</a:t>
            </a:r>
            <a:r>
              <a:rPr lang="en-US" sz="1950" dirty="0">
                <a:solidFill>
                  <a:srgbClr val="767676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 code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4405844" y="1162084"/>
            <a:ext cx="3886200" cy="2302633"/>
          </a:xfrm>
          <a:prstGeom prst="roundRect">
            <a:avLst>
              <a:gd name="adj" fmla="val 1471"/>
            </a:avLst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78894" y="1297460"/>
            <a:ext cx="3440303" cy="5071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kern="0" spc="108" dirty="0">
                <a:solidFill>
                  <a:srgbClr val="767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HAND-WRITTEN C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678894" y="1899874"/>
            <a:ext cx="3440303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200" b="1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523</a:t>
            </a:r>
            <a:endParaRPr lang="en-US" sz="7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78894" y="2890474"/>
            <a:ext cx="3440303" cy="397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950" dirty="0">
                <a:solidFill>
                  <a:srgbClr val="767676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lines of C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753601" y="2890474"/>
            <a:ext cx="4932581" cy="572663"/>
          </a:xfrm>
          <a:prstGeom prst="rect">
            <a:avLst/>
          </a:prstGeom>
          <a:solidFill>
            <a:schemeClr val="bg1">
              <a:lumMod val="40000"/>
              <a:lumOff val="60000"/>
            </a:schemeClr>
          </a:solidFill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444444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Both produce </a:t>
            </a:r>
            <a:r>
              <a:rPr lang="en-US" sz="2400" b="1" dirty="0">
                <a:solidFill>
                  <a:srgbClr val="1A1A1A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numerically correct C code</a:t>
            </a:r>
            <a:endParaRPr lang="en-US" sz="2400" b="1" dirty="0"/>
          </a:p>
        </p:txBody>
      </p:sp>
      <p:sp>
        <p:nvSpPr>
          <p:cNvPr id="20" name="Text 18"/>
          <p:cNvSpPr/>
          <p:nvPr/>
        </p:nvSpPr>
        <p:spPr>
          <a:xfrm>
            <a:off x="8753602" y="3464717"/>
            <a:ext cx="8201787" cy="54726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20 lines </a:t>
            </a:r>
            <a:r>
              <a:rPr lang="en-US" sz="2400" b="1" dirty="0" err="1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Tilelang</a:t>
            </a:r>
            <a:r>
              <a:rPr lang="en-US" sz="2400" b="1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code can control:</a:t>
            </a:r>
          </a:p>
          <a:p>
            <a:pPr marL="342900" indent="-342900" algn="l">
              <a:lnSpc>
                <a:spcPct val="145000"/>
              </a:lnSpc>
              <a:buFontTx/>
              <a:buChar char="-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Tiling size, axis</a:t>
            </a:r>
          </a:p>
          <a:p>
            <a:pPr marL="342900" indent="-342900" algn="l">
              <a:lnSpc>
                <a:spcPct val="145000"/>
              </a:lnSpc>
              <a:buFontTx/>
              <a:buChar char="-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Software pipeline</a:t>
            </a:r>
          </a:p>
          <a:p>
            <a:pPr marL="342900" indent="-342900" algn="l">
              <a:lnSpc>
                <a:spcPct val="145000"/>
              </a:lnSpc>
              <a:buFontTx/>
              <a:buChar char="-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Collective communication strategy (axis, scope, root cluster)</a:t>
            </a:r>
          </a:p>
        </p:txBody>
      </p:sp>
      <p:sp>
        <p:nvSpPr>
          <p:cNvPr id="32" name="灯片编号占位符 31">
            <a:extLst>
              <a:ext uri="{FF2B5EF4-FFF2-40B4-BE49-F238E27FC236}">
                <a16:creationId xmlns:a16="http://schemas.microsoft.com/office/drawing/2014/main" id="{E8FDF274-BB2D-5A25-D418-119AECBFFFF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26FA868-F8B4-EBBD-C7FA-BAF3CED5B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5845" y="3586618"/>
            <a:ext cx="3938220" cy="8703466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08CEA1FC-3142-A75B-7A71-F7B5D712A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44" y="3586618"/>
            <a:ext cx="3886199" cy="291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097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72"/>
          <p:cNvSpPr/>
          <p:nvPr/>
        </p:nvSpPr>
        <p:spPr>
          <a:xfrm>
            <a:off x="396256" y="6778540"/>
            <a:ext cx="8201787" cy="5330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Experimental</a:t>
            </a:r>
            <a:r>
              <a:rPr lang="en-US" sz="2000" b="1" dirty="0">
                <a:solidFill>
                  <a:srgbClr val="1A1A1A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 </a:t>
            </a:r>
            <a:r>
              <a:rPr lang="en-US" sz="2400" b="1" dirty="0">
                <a:solidFill>
                  <a:srgbClr val="1A1A1A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variables</a:t>
            </a:r>
            <a:r>
              <a:rPr lang="en-US" sz="2000" b="1" dirty="0">
                <a:solidFill>
                  <a:srgbClr val="1A1A1A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:</a:t>
            </a:r>
            <a:endParaRPr lang="en-US" sz="2000" dirty="0"/>
          </a:p>
        </p:txBody>
      </p:sp>
      <p:sp>
        <p:nvSpPr>
          <p:cNvPr id="75" name="Text 73"/>
          <p:cNvSpPr/>
          <p:nvPr/>
        </p:nvSpPr>
        <p:spPr>
          <a:xfrm>
            <a:off x="650257" y="7311586"/>
            <a:ext cx="4345814" cy="11642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 b="1" dirty="0"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Cluster Config: </a:t>
            </a:r>
            <a:r>
              <a:rPr lang="en-US" sz="2000" dirty="0"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4x4 clusters</a:t>
            </a:r>
          </a:p>
          <a:p>
            <a:pPr>
              <a:lnSpc>
                <a:spcPct val="140000"/>
              </a:lnSpc>
            </a:pPr>
            <a:r>
              <a:rPr lang="en-US" sz="2000" b="1" dirty="0"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Tile sizes: </a:t>
            </a:r>
            <a:r>
              <a:rPr lang="en-US" sz="2000" dirty="0"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BM = BN = BK = 128</a:t>
            </a:r>
            <a:endParaRPr lang="en-US" sz="2000" dirty="0"/>
          </a:p>
          <a:p>
            <a:pPr marL="0" indent="0" algn="l">
              <a:lnSpc>
                <a:spcPct val="140000"/>
              </a:lnSpc>
              <a:buNone/>
            </a:pPr>
            <a:endParaRPr lang="en-US" sz="2000" dirty="0"/>
          </a:p>
        </p:txBody>
      </p:sp>
      <p:sp>
        <p:nvSpPr>
          <p:cNvPr id="89" name="灯片编号占位符 88">
            <a:extLst>
              <a:ext uri="{FF2B5EF4-FFF2-40B4-BE49-F238E27FC236}">
                <a16:creationId xmlns:a16="http://schemas.microsoft.com/office/drawing/2014/main" id="{F92C9218-5785-DC88-164C-F3E4EDD19A3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0" name="Text 3">
            <a:extLst>
              <a:ext uri="{FF2B5EF4-FFF2-40B4-BE49-F238E27FC236}">
                <a16:creationId xmlns:a16="http://schemas.microsoft.com/office/drawing/2014/main" id="{57A83FCE-1122-FFAD-47C0-AA19426C55C2}"/>
              </a:ext>
            </a:extLst>
          </p:cNvPr>
          <p:cNvSpPr/>
          <p:nvPr/>
        </p:nvSpPr>
        <p:spPr>
          <a:xfrm>
            <a:off x="213090" y="307376"/>
            <a:ext cx="1667173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>
              <a:lnSpc>
                <a:spcPct val="105000"/>
              </a:lnSpc>
            </a:pPr>
            <a:r>
              <a:rPr lang="en-US" sz="4500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2D SUMMA GEMM: </a:t>
            </a:r>
            <a:r>
              <a:rPr lang="en-US" sz="4500" kern="0" spc="-54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Tilelang</a:t>
            </a:r>
            <a:r>
              <a:rPr lang="en-US" sz="4500" kern="0" spc="-54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 DSL vs. Hand-Written C</a:t>
            </a:r>
            <a:endParaRPr lang="en-US" sz="45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08CB8B94-41EF-7282-5C1F-5DD715274A60}"/>
              </a:ext>
            </a:extLst>
          </p:cNvPr>
          <p:cNvSpPr txBox="1"/>
          <p:nvPr/>
        </p:nvSpPr>
        <p:spPr>
          <a:xfrm>
            <a:off x="8704422" y="6835648"/>
            <a:ext cx="7285221" cy="95187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pPr algn="l" defTabSz="720000"/>
            <a:r>
              <a:rPr lang="en-US" sz="3200" b="0" i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Kernels produced by compiler </a:t>
            </a:r>
          </a:p>
          <a:p>
            <a:pPr algn="l" defTabSz="720000"/>
            <a:r>
              <a:rPr lang="en-US" sz="3200" b="0" i="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have performance close to hand-written C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98A9311-29AE-22CE-8486-551D14EAD7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90" y="945551"/>
            <a:ext cx="15776553" cy="588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35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55496" y="265409"/>
            <a:ext cx="1667173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altLang="zh-CN" sz="4500" b="1" kern="0" spc="-54" dirty="0">
                <a:solidFill>
                  <a:schemeClr val="accent3"/>
                </a:solidFill>
                <a:latin typeface="Calibri" panose="020F0502020204030204" pitchFamily="34" charset="0"/>
                <a:ea typeface="Arial" pitchFamily="34" charset="-122"/>
                <a:cs typeface="Calibri" panose="020F0502020204030204" pitchFamily="34" charset="-120"/>
              </a:rPr>
              <a:t>Summary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478908" y="903584"/>
            <a:ext cx="15553072" cy="3674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DSL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Extension on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Tilelang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targeting general tile-based many-PE hardware architecture</a:t>
            </a:r>
          </a:p>
          <a:p>
            <a:pPr marL="342900" indent="-342900" algn="l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800100" lvl="1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Macro kernels: simplified API, explicit dataflow control</a:t>
            </a:r>
          </a:p>
          <a:p>
            <a:pPr marL="800100" lvl="1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 layers: Able to describe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FlashAttention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easy adaptation from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TileLang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kernel libraries</a:t>
            </a:r>
          </a:p>
          <a:p>
            <a:pPr marL="800100" lvl="1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Customized dataflow exploration: </a:t>
            </a:r>
            <a:r>
              <a:rPr lang="en-US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FlatAttention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3D-FlatAttention</a:t>
            </a:r>
          </a:p>
          <a:p>
            <a:pPr marL="342900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Current progress:</a:t>
            </a:r>
          </a:p>
          <a:p>
            <a:pPr marL="800100" lvl="1" indent="-342900">
              <a:lnSpc>
                <a:spcPct val="14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Semester project finished, code-cleanup and open-source in progress</a:t>
            </a:r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5C1D8C62-D8BD-F452-1F93-A2B785FB611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867F2A-E750-44E7-A740-D3E09DF683AD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500329"/>
      </p:ext>
    </p:extLst>
  </p:cSld>
  <p:clrMapOvr>
    <a:masterClrMapping/>
  </p:clrMapOvr>
</p:sld>
</file>

<file path=ppt/theme/theme1.xml><?xml version="1.0" encoding="utf-8"?>
<a:theme xmlns:a="http://schemas.openxmlformats.org/drawingml/2006/main" name="PULP Triangle">
  <a:themeElements>
    <a:clrScheme name="PULP palette">
      <a:dk1>
        <a:srgbClr val="000000"/>
      </a:dk1>
      <a:lt1>
        <a:srgbClr val="ABABAB"/>
      </a:lt1>
      <a:dk2>
        <a:srgbClr val="5D5D5D"/>
      </a:dk2>
      <a:lt2>
        <a:srgbClr val="FFFFFF"/>
      </a:lt2>
      <a:accent1>
        <a:srgbClr val="A8322C"/>
      </a:accent1>
      <a:accent2>
        <a:srgbClr val="1269B0"/>
      </a:accent2>
      <a:accent3>
        <a:srgbClr val="168638"/>
      </a:accent3>
      <a:accent4>
        <a:srgbClr val="F29545"/>
      </a:accent4>
      <a:accent5>
        <a:srgbClr val="910569"/>
      </a:accent5>
      <a:accent6>
        <a:srgbClr val="48592C"/>
      </a:accent6>
      <a:hlink>
        <a:srgbClr val="007996"/>
      </a:hlink>
      <a:folHlink>
        <a:srgbClr val="ABABAB"/>
      </a:folHlink>
    </a:clrScheme>
    <a:fontScheme name="自定义 2">
      <a:majorFont>
        <a:latin typeface="Calibri Light"/>
        <a:ea typeface="宋体"/>
        <a:cs typeface=""/>
      </a:majorFont>
      <a:minorFont>
        <a:latin typeface="Calibri Light"/>
        <a:ea typeface="宋体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b="1" i="0" cap="none" spc="0" dirty="0" smtClean="0">
            <a:ln>
              <a:noFill/>
            </a:ln>
            <a:solidFill>
              <a:schemeClr val="bg2"/>
            </a:solidFill>
            <a:effectLst/>
            <a:latin typeface="Arial Narrow" panose="020B0604020202020204" pitchFamily="34" charset="0"/>
            <a:cs typeface="Arial Narrow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noAutofit/>
      </a:bodyPr>
      <a:lstStyle>
        <a:defPPr algn="l" defTabSz="720000">
          <a:defRPr sz="2400" b="0" i="0" dirty="0" smtClean="0">
            <a:solidFill>
              <a:schemeClr val="tx2"/>
            </a:solidFill>
            <a:latin typeface="Arial Narrow" panose="020B0604020202020204" pitchFamily="34" charset="0"/>
            <a:cs typeface="Arial Narrow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7D778353-C828-49F6-8D8D-2AB4582EB5C2}" vid="{5F78B0AA-AA4A-4887-80EB-632809F14C64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98" row="0">
    <wetp:webextensionref xmlns:r="http://schemas.openxmlformats.org/officeDocument/2006/relationships" r:id="rId1"/>
  </wetp:taskpane>
  <wetp:taskpane dockstate="right" visibility="0" width="525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D166D1A2-C250-4D38-886C-057BCF671064}">
  <we:reference id="wa200010725" version="1.0.0.1" store="zh-CN" storeType="OMEX"/>
  <we:alternateReferences>
    <we:reference id="wa200010725" version="1.0.0.1" store="wa200010725" storeType="OMEX"/>
  </we:alternateReferences>
  <we:properties>
    <we:property name="claude.fileId" value="&quot;b44deb4a-5f75-41c8-b4d1-e94317b8fe6f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6F692B2-CCC7-4D91-B83E-AB11ED4522E6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7505db2c-a4f2-4dd2-a37a-fd6570ed760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16974</TotalTime>
  <Words>4395</Words>
  <Application>Microsoft Macintosh PowerPoint</Application>
  <PresentationFormat>Custom</PresentationFormat>
  <Paragraphs>512</Paragraphs>
  <Slides>22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Arial Narrow</vt:lpstr>
      <vt:lpstr>Calibri</vt:lpstr>
      <vt:lpstr>Calibri Light</vt:lpstr>
      <vt:lpstr>Consolas</vt:lpstr>
      <vt:lpstr>PULP Triangle</vt:lpstr>
      <vt:lpstr>QuantSparse 3D Biweekly 2026-06-11</vt:lpstr>
      <vt:lpstr>Agenda</vt:lpstr>
      <vt:lpstr>3D stack DRAM-on-logic</vt:lpstr>
      <vt:lpstr>Benchmark 3D GEMV</vt:lpstr>
      <vt:lpstr>Benchmark 3D GEMV</vt:lpstr>
      <vt:lpstr>Benchmark 3D GEMV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Wang, Bowen</cp:lastModifiedBy>
  <cp:revision>203</cp:revision>
  <cp:lastPrinted>2026-06-03T15:07:22Z</cp:lastPrinted>
  <dcterms:created xsi:type="dcterms:W3CDTF">2026-05-17T23:12:36Z</dcterms:created>
  <dcterms:modified xsi:type="dcterms:W3CDTF">2026-06-10T13:43:50Z</dcterms:modified>
</cp:coreProperties>
</file>