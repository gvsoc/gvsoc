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3" r:id="rId2"/>
    <p:sldMasterId id="2147483659" r:id="rId3"/>
  </p:sldMasterIdLst>
  <p:notesMasterIdLst>
    <p:notesMasterId r:id="rId15"/>
  </p:notesMasterIdLst>
  <p:sldIdLst>
    <p:sldId id="256" r:id="rId4"/>
    <p:sldId id="709" r:id="rId5"/>
    <p:sldId id="725" r:id="rId6"/>
    <p:sldId id="719" r:id="rId7"/>
    <p:sldId id="257" r:id="rId8"/>
    <p:sldId id="722" r:id="rId9"/>
    <p:sldId id="723" r:id="rId10"/>
    <p:sldId id="724" r:id="rId11"/>
    <p:sldId id="726" r:id="rId12"/>
    <p:sldId id="714" r:id="rId13"/>
    <p:sldId id="294" r:id="rId14"/>
  </p:sldIdLst>
  <p:sldSz cx="12192000" cy="6858000"/>
  <p:notesSz cx="6858000" cy="9144000"/>
  <p:embeddedFontLst>
    <p:embeddedFont>
      <p:font typeface="等线" panose="02010600030101010101" pitchFamily="2" charset="-122"/>
      <p:regular r:id="rId16"/>
      <p:bold r:id="rId17"/>
    </p:embeddedFont>
    <p:embeddedFont>
      <p:font typeface="等线 Light" panose="02010600030101010101" pitchFamily="2" charset="-122"/>
      <p:regular r:id="rId18"/>
    </p:embeddedFont>
    <p:embeddedFont>
      <p:font typeface="Arial Narrow" panose="020B0606020202030204" pitchFamily="34" charset="0"/>
      <p:regular r:id="rId19"/>
      <p:bold r:id="rId20"/>
      <p:italic r:id="rId21"/>
      <p:boldItalic r:id="rId22"/>
    </p:embeddedFont>
    <p:embeddedFont>
      <p:font typeface="Consolas" panose="020B0609020204030204" pitchFamily="49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9" roundtripDataSignature="AMtx7mhFXiedstfEP1KnXxiq2oxvixI1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322C"/>
    <a:srgbClr val="FFFFFF"/>
    <a:srgbClr val="DA7671"/>
    <a:srgbClr val="F29545"/>
    <a:srgbClr val="168638"/>
    <a:srgbClr val="9105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03" autoAdjust="0"/>
    <p:restoredTop sz="94404" autoAdjust="0"/>
  </p:normalViewPr>
  <p:slideViewPr>
    <p:cSldViewPr snapToGrid="0">
      <p:cViewPr varScale="1">
        <p:scale>
          <a:sx n="70" d="100"/>
          <a:sy n="70" d="100"/>
        </p:scale>
        <p:origin x="664" y="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6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10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9.fntdata"/><Relationship Id="rId10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7.xml"/><Relationship Id="rId19" Type="http://schemas.openxmlformats.org/officeDocument/2006/relationships/font" Target="fonts/font4.fntdata"/><Relationship Id="rId99" Type="http://customschemas.google.com/relationships/presentationmetadata" Target="metadata"/><Relationship Id="rId10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7.fntdata"/><Relationship Id="rId100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1592\Downloads\%5bMISC%5d%20LLM%20Flow%20Spee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工作表1!$C$1</c:f>
              <c:strCache>
                <c:ptCount val="1"/>
                <c:pt idx="0">
                  <c:v>min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工作表1!$B$2:$B$36</c:f>
              <c:strCache>
                <c:ptCount val="35"/>
                <c:pt idx="0">
                  <c:v>b=1 kv=1024</c:v>
                </c:pt>
                <c:pt idx="1">
                  <c:v>b=2 kv=1024</c:v>
                </c:pt>
                <c:pt idx="2">
                  <c:v>b=4 kv=1024</c:v>
                </c:pt>
                <c:pt idx="3">
                  <c:v>b=8 kv=1024</c:v>
                </c:pt>
                <c:pt idx="4">
                  <c:v>b=16 kv=1024</c:v>
                </c:pt>
                <c:pt idx="5">
                  <c:v>b=32 kv=1024</c:v>
                </c:pt>
                <c:pt idx="6">
                  <c:v>b=64 kv=1024</c:v>
                </c:pt>
                <c:pt idx="7">
                  <c:v>b=128 kv=1024</c:v>
                </c:pt>
                <c:pt idx="8">
                  <c:v>b=128 kv=2048</c:v>
                </c:pt>
                <c:pt idx="9">
                  <c:v>b=128 kv=4096</c:v>
                </c:pt>
                <c:pt idx="10">
                  <c:v>b=1 kv=1024</c:v>
                </c:pt>
                <c:pt idx="11">
                  <c:v>b=2 kv=1024</c:v>
                </c:pt>
                <c:pt idx="12">
                  <c:v>b=4 kv=1024</c:v>
                </c:pt>
                <c:pt idx="13">
                  <c:v>b=8 kv=1024</c:v>
                </c:pt>
                <c:pt idx="14">
                  <c:v>b=16 kv=1024</c:v>
                </c:pt>
                <c:pt idx="15">
                  <c:v>b=32 kv=1024</c:v>
                </c:pt>
                <c:pt idx="16">
                  <c:v>b=64 kv=1024</c:v>
                </c:pt>
                <c:pt idx="17">
                  <c:v>b=128 kv=1024</c:v>
                </c:pt>
                <c:pt idx="18">
                  <c:v>b=128 kv=2048</c:v>
                </c:pt>
                <c:pt idx="19">
                  <c:v>b=128 kv=4096</c:v>
                </c:pt>
                <c:pt idx="20">
                  <c:v>b=1 kv=1024</c:v>
                </c:pt>
                <c:pt idx="21">
                  <c:v>b=2 kv=1024</c:v>
                </c:pt>
                <c:pt idx="22">
                  <c:v>b=4 kv=1024</c:v>
                </c:pt>
                <c:pt idx="23">
                  <c:v>b=8 kv=1024</c:v>
                </c:pt>
                <c:pt idx="24">
                  <c:v>b=16 kv=1024</c:v>
                </c:pt>
                <c:pt idx="25">
                  <c:v>b=32 kv=1024</c:v>
                </c:pt>
                <c:pt idx="26">
                  <c:v>b=64 kv=1024</c:v>
                </c:pt>
                <c:pt idx="27">
                  <c:v>b=128 kv=1024</c:v>
                </c:pt>
                <c:pt idx="28">
                  <c:v>b=128 kv=2048</c:v>
                </c:pt>
                <c:pt idx="29">
                  <c:v>b=128 kv=4096</c:v>
                </c:pt>
                <c:pt idx="30">
                  <c:v>b=1 kv=1024</c:v>
                </c:pt>
                <c:pt idx="31">
                  <c:v>b=2 kv=1024</c:v>
                </c:pt>
                <c:pt idx="32">
                  <c:v>b=4 kv=1024</c:v>
                </c:pt>
                <c:pt idx="33">
                  <c:v>b=8 kv=1024</c:v>
                </c:pt>
                <c:pt idx="34">
                  <c:v>b=16 kv=1024</c:v>
                </c:pt>
              </c:strCache>
            </c:strRef>
          </c:cat>
          <c:val>
            <c:numRef>
              <c:f>工作表1!$C$2:$C$36</c:f>
              <c:numCache>
                <c:formatCode>General</c:formatCode>
                <c:ptCount val="35"/>
                <c:pt idx="0">
                  <c:v>12.03</c:v>
                </c:pt>
                <c:pt idx="1">
                  <c:v>12.13</c:v>
                </c:pt>
                <c:pt idx="2">
                  <c:v>12.1</c:v>
                </c:pt>
                <c:pt idx="3">
                  <c:v>13.16</c:v>
                </c:pt>
                <c:pt idx="4">
                  <c:v>15.18</c:v>
                </c:pt>
                <c:pt idx="5">
                  <c:v>20.54</c:v>
                </c:pt>
                <c:pt idx="6">
                  <c:v>29.55</c:v>
                </c:pt>
                <c:pt idx="7">
                  <c:v>32.29</c:v>
                </c:pt>
                <c:pt idx="8">
                  <c:v>41.24</c:v>
                </c:pt>
                <c:pt idx="9">
                  <c:v>61.5</c:v>
                </c:pt>
                <c:pt idx="10">
                  <c:v>23.1</c:v>
                </c:pt>
                <c:pt idx="11">
                  <c:v>22.57</c:v>
                </c:pt>
                <c:pt idx="12">
                  <c:v>23.16</c:v>
                </c:pt>
                <c:pt idx="13">
                  <c:v>23.18</c:v>
                </c:pt>
                <c:pt idx="14">
                  <c:v>26.07</c:v>
                </c:pt>
                <c:pt idx="15">
                  <c:v>32.520000000000003</c:v>
                </c:pt>
                <c:pt idx="16">
                  <c:v>38.06</c:v>
                </c:pt>
                <c:pt idx="17">
                  <c:v>59.56</c:v>
                </c:pt>
                <c:pt idx="18">
                  <c:v>74.209999999999994</c:v>
                </c:pt>
                <c:pt idx="19">
                  <c:v>99.18</c:v>
                </c:pt>
                <c:pt idx="20">
                  <c:v>46.2</c:v>
                </c:pt>
                <c:pt idx="21">
                  <c:v>45.12</c:v>
                </c:pt>
                <c:pt idx="22">
                  <c:v>46.26</c:v>
                </c:pt>
                <c:pt idx="23">
                  <c:v>48.12</c:v>
                </c:pt>
                <c:pt idx="24">
                  <c:v>51</c:v>
                </c:pt>
                <c:pt idx="25">
                  <c:v>63.18</c:v>
                </c:pt>
                <c:pt idx="26">
                  <c:v>72.58</c:v>
                </c:pt>
                <c:pt idx="27">
                  <c:v>115.16</c:v>
                </c:pt>
                <c:pt idx="28">
                  <c:v>119.24</c:v>
                </c:pt>
                <c:pt idx="29">
                  <c:v>161.07</c:v>
                </c:pt>
                <c:pt idx="30">
                  <c:v>191.56</c:v>
                </c:pt>
                <c:pt idx="31">
                  <c:v>213.43</c:v>
                </c:pt>
                <c:pt idx="32">
                  <c:v>233.18</c:v>
                </c:pt>
                <c:pt idx="33">
                  <c:v>217.13</c:v>
                </c:pt>
                <c:pt idx="34">
                  <c:v>238.4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BA-4017-8B67-CA1750898C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07739792"/>
        <c:axId val="707728272"/>
      </c:barChart>
      <c:catAx>
        <c:axId val="70773979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Decode Workload Configuration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CH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CH"/>
          </a:p>
        </c:txPr>
        <c:crossAx val="707728272"/>
        <c:crosses val="autoZero"/>
        <c:auto val="1"/>
        <c:lblAlgn val="ctr"/>
        <c:lblOffset val="100"/>
        <c:noMultiLvlLbl val="0"/>
      </c:catAx>
      <c:valAx>
        <c:axId val="7077282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Simulation Time (min)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CH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CH"/>
          </a:p>
        </c:txPr>
        <c:crossAx val="7077397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CH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EFCEC7ED-0FC3-7237-F44F-94EAC0EDC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>
            <a:extLst>
              <a:ext uri="{FF2B5EF4-FFF2-40B4-BE49-F238E27FC236}">
                <a16:creationId xmlns:a16="http://schemas.microsoft.com/office/drawing/2014/main" id="{49192757-8867-0D60-C55C-EA3755B7B8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524F3A89-1465-F437-8021-579884D68D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10926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73406919-0169-57BD-8A14-A2253E945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>
            <a:extLst>
              <a:ext uri="{FF2B5EF4-FFF2-40B4-BE49-F238E27FC236}">
                <a16:creationId xmlns:a16="http://schemas.microsoft.com/office/drawing/2014/main" id="{B2C61877-DA92-6391-8850-BAB2FEADE3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973B20BE-2EDD-1EB1-A994-80FE52B0F7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59025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87342286-F712-A292-AD23-C0D4FD41D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>
            <a:extLst>
              <a:ext uri="{FF2B5EF4-FFF2-40B4-BE49-F238E27FC236}">
                <a16:creationId xmlns:a16="http://schemas.microsoft.com/office/drawing/2014/main" id="{3AFBF1CC-9700-1067-B497-75375A5927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63572A71-E4B9-F97C-8156-C247DD981E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82594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C7EDBDE0-EB9F-A1EF-3171-EE05A1F94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>
            <a:extLst>
              <a:ext uri="{FF2B5EF4-FFF2-40B4-BE49-F238E27FC236}">
                <a16:creationId xmlns:a16="http://schemas.microsoft.com/office/drawing/2014/main" id="{BB35940B-4548-E3EC-F8AE-F686685EC9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CB8FA88A-34BA-F1FF-0213-F30EAE169C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288393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9B172D6D-EA73-2EB0-F3C9-FEC03AD34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>
            <a:extLst>
              <a:ext uri="{FF2B5EF4-FFF2-40B4-BE49-F238E27FC236}">
                <a16:creationId xmlns:a16="http://schemas.microsoft.com/office/drawing/2014/main" id="{844C13FB-E7C9-F6F3-9DE9-506CA2E74D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26350733-B218-7748-FBA6-0059FED313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33585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D96DAEDE-C857-5454-DB6D-3D6A38FED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>
            <a:extLst>
              <a:ext uri="{FF2B5EF4-FFF2-40B4-BE49-F238E27FC236}">
                <a16:creationId xmlns:a16="http://schemas.microsoft.com/office/drawing/2014/main" id="{F74F4695-4C35-731B-CE98-AE3040EE54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CC094FAB-4488-664B-83AA-0A392A9C26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73304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E6E7B91C-96A6-8E92-D6D2-9D25C82A2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>
            <a:extLst>
              <a:ext uri="{FF2B5EF4-FFF2-40B4-BE49-F238E27FC236}">
                <a16:creationId xmlns:a16="http://schemas.microsoft.com/office/drawing/2014/main" id="{C3CBF2A7-4504-78CE-84D3-1B6CC5E8B2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79C07070-F7EB-AB1C-407D-58C629A689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292606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E915381F-1171-EB8A-F00F-61874A9F0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>
            <a:extLst>
              <a:ext uri="{FF2B5EF4-FFF2-40B4-BE49-F238E27FC236}">
                <a16:creationId xmlns:a16="http://schemas.microsoft.com/office/drawing/2014/main" id="{98CC72A4-3E76-1BCB-996E-685595677F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C0EC8F40-F767-36FC-FFD1-A22F6C302B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51710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7.sv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316503" y="180326"/>
            <a:ext cx="10667548" cy="657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316503" y="991347"/>
            <a:ext cx="5333774" cy="5524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800" rIns="0" bIns="457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SzPts val="1620"/>
              <a:buChar char="•"/>
              <a:defRPr/>
            </a:lvl1pPr>
            <a:lvl2pPr marL="914400" lvl="1" indent="-331469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SzPts val="1620"/>
              <a:buChar char="•"/>
              <a:defRPr/>
            </a:lvl3pPr>
            <a:lvl4pPr marL="1828800" lvl="3" indent="-3314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dt" idx="10"/>
          </p:nvPr>
        </p:nvSpPr>
        <p:spPr>
          <a:xfrm>
            <a:off x="3151021" y="6473766"/>
            <a:ext cx="6857709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sldNum" idx="12"/>
          </p:nvPr>
        </p:nvSpPr>
        <p:spPr>
          <a:xfrm>
            <a:off x="11400183" y="6583096"/>
            <a:ext cx="846138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Slide 1">
  <p:cSld name="Code Slide 1">
    <p:bg>
      <p:bgPr>
        <a:solidFill>
          <a:schemeClr val="accent3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316503" y="180326"/>
            <a:ext cx="10667548" cy="657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81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1"/>
          </p:nvPr>
        </p:nvSpPr>
        <p:spPr>
          <a:xfrm>
            <a:off x="316500" y="990573"/>
            <a:ext cx="5333774" cy="5524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800" rIns="0" bIns="45700" anchor="t" anchorCtr="0">
            <a:noAutofit/>
          </a:bodyPr>
          <a:lstStyle>
            <a:lvl1pPr marL="457200" lvl="0" indent="-373761" algn="l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Clr>
                <a:schemeClr val="dk1"/>
              </a:buClr>
              <a:buSzPts val="2286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400" lvl="1" indent="-349586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>
                <a:schemeClr val="dk1"/>
              </a:buClr>
              <a:buSzPts val="1905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600" lvl="2" indent="-337470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>
                <a:schemeClr val="dk1"/>
              </a:buClr>
              <a:buSzPts val="1714"/>
              <a:buFont typeface="Arial"/>
              <a:buChar char="•"/>
              <a:defRPr sz="1904">
                <a:solidFill>
                  <a:schemeClr val="dk1"/>
                </a:solidFill>
              </a:defRPr>
            </a:lvl3pPr>
            <a:lvl4pPr marL="1828800" lvl="3" indent="-301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3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6000" lvl="4" indent="-29512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8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2"/>
          </p:nvPr>
        </p:nvSpPr>
        <p:spPr>
          <a:xfrm>
            <a:off x="6096000" y="990573"/>
            <a:ext cx="6102077" cy="5524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0" tIns="252000" rIns="0" bIns="45700" anchor="t" anchorCtr="0">
            <a:noAutofit/>
          </a:bodyPr>
          <a:lstStyle>
            <a:lvl1pPr marL="457200" lvl="0" indent="-228600" algn="l">
              <a:lnSpc>
                <a:spcPct val="55538"/>
              </a:lnSpc>
              <a:spcBef>
                <a:spcPts val="1270"/>
              </a:spcBef>
              <a:spcAft>
                <a:spcPts val="0"/>
              </a:spcAft>
              <a:buSzPts val="1714"/>
              <a:buNone/>
              <a:defRPr sz="1904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L="914400" lvl="1" indent="-331469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SzPts val="1620"/>
              <a:buChar char="•"/>
              <a:defRPr/>
            </a:lvl3pPr>
            <a:lvl4pPr marL="1828800" lvl="3" indent="-3314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3151021" y="6473766"/>
            <a:ext cx="6857709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sldNum" idx="12"/>
          </p:nvPr>
        </p:nvSpPr>
        <p:spPr>
          <a:xfrm>
            <a:off x="10385676" y="6473766"/>
            <a:ext cx="598375" cy="308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Slide 2">
  <p:cSld name="Code Slide 2">
    <p:bg>
      <p:bgPr>
        <a:solidFill>
          <a:schemeClr val="dk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316503" y="180326"/>
            <a:ext cx="10667548" cy="657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81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body" idx="1"/>
          </p:nvPr>
        </p:nvSpPr>
        <p:spPr>
          <a:xfrm>
            <a:off x="316500" y="990573"/>
            <a:ext cx="5333774" cy="5524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800" rIns="0" bIns="45700" anchor="t" anchorCtr="0">
            <a:noAutofit/>
          </a:bodyPr>
          <a:lstStyle>
            <a:lvl1pPr marL="457200" lvl="0" indent="-373761" algn="l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Clr>
                <a:schemeClr val="dk1"/>
              </a:buClr>
              <a:buSzPts val="2286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400" lvl="1" indent="-349586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>
                <a:schemeClr val="dk1"/>
              </a:buClr>
              <a:buSzPts val="1905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600" lvl="2" indent="-337470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>
                <a:schemeClr val="dk1"/>
              </a:buClr>
              <a:buSzPts val="1714"/>
              <a:buFont typeface="Arial"/>
              <a:buChar char="•"/>
              <a:defRPr sz="1904">
                <a:solidFill>
                  <a:schemeClr val="dk1"/>
                </a:solidFill>
              </a:defRPr>
            </a:lvl3pPr>
            <a:lvl4pPr marL="1828800" lvl="3" indent="-301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3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6000" lvl="4" indent="-29512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8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2"/>
          </p:nvPr>
        </p:nvSpPr>
        <p:spPr>
          <a:xfrm>
            <a:off x="6096000" y="990573"/>
            <a:ext cx="6102077" cy="5524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0" tIns="252000" rIns="0" bIns="45700" anchor="t" anchorCtr="0">
            <a:noAutofit/>
          </a:bodyPr>
          <a:lstStyle>
            <a:lvl1pPr marL="457200" lvl="0" indent="-228600" algn="l">
              <a:lnSpc>
                <a:spcPct val="55538"/>
              </a:lnSpc>
              <a:spcBef>
                <a:spcPts val="1270"/>
              </a:spcBef>
              <a:spcAft>
                <a:spcPts val="0"/>
              </a:spcAft>
              <a:buSzPts val="1714"/>
              <a:buNone/>
              <a:defRPr sz="1904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L="914400" lvl="1" indent="-331469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SzPts val="1620"/>
              <a:buChar char="•"/>
              <a:defRPr/>
            </a:lvl3pPr>
            <a:lvl4pPr marL="1828800" lvl="3" indent="-3314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dt" idx="10"/>
          </p:nvPr>
        </p:nvSpPr>
        <p:spPr>
          <a:xfrm>
            <a:off x="3151021" y="6473766"/>
            <a:ext cx="6857709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sldNum" idx="12"/>
          </p:nvPr>
        </p:nvSpPr>
        <p:spPr>
          <a:xfrm>
            <a:off x="10385676" y="6473766"/>
            <a:ext cx="598375" cy="308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标题幻灯片">
  <p:cSld name="标题幻灯片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6"/>
          <p:cNvGrpSpPr/>
          <p:nvPr/>
        </p:nvGrpSpPr>
        <p:grpSpPr>
          <a:xfrm>
            <a:off x="2431284" y="217607"/>
            <a:ext cx="2109071" cy="456122"/>
            <a:chOff x="3645356" y="188193"/>
            <a:chExt cx="5677387" cy="1227805"/>
          </a:xfrm>
        </p:grpSpPr>
        <p:pic>
          <p:nvPicPr>
            <p:cNvPr id="24" name="Google Shape;24;p6"/>
            <p:cNvPicPr preferRelativeResize="0"/>
            <p:nvPr/>
          </p:nvPicPr>
          <p:blipFill rotWithShape="1">
            <a:blip r:embed="rId2">
              <a:alphaModFix/>
            </a:blip>
            <a:srcRect l="25667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25;p6"/>
            <p:cNvPicPr preferRelativeResize="0"/>
            <p:nvPr/>
          </p:nvPicPr>
          <p:blipFill rotWithShape="1">
            <a:blip r:embed="rId2">
              <a:alphaModFix/>
            </a:blip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" name="Google Shape;26;p6"/>
          <p:cNvSpPr/>
          <p:nvPr/>
        </p:nvSpPr>
        <p:spPr>
          <a:xfrm>
            <a:off x="7538308" y="2204236"/>
            <a:ext cx="4653692" cy="4653764"/>
          </a:xfrm>
          <a:prstGeom prst="triangle">
            <a:avLst>
              <a:gd name="adj" fmla="val 10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4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27" name="Google Shape;2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489" y="282948"/>
            <a:ext cx="1767831" cy="294643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>
            <a:spLocks noGrp="1"/>
          </p:cNvSpPr>
          <p:nvPr>
            <p:ph type="subTitle" idx="1"/>
          </p:nvPr>
        </p:nvSpPr>
        <p:spPr>
          <a:xfrm>
            <a:off x="381487" y="3115708"/>
            <a:ext cx="6095742" cy="380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SzPts val="2286"/>
              <a:buNone/>
              <a:defRPr sz="254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81486" y="1854817"/>
            <a:ext cx="10667548" cy="1142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810"/>
              <a:buFont typeface="Calibri"/>
              <a:buNone/>
              <a:defRPr sz="3809" b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/>
          <p:nvPr/>
        </p:nvSpPr>
        <p:spPr>
          <a:xfrm rot="2700000">
            <a:off x="9949083" y="3485624"/>
            <a:ext cx="1617442" cy="1617417"/>
          </a:xfrm>
          <a:prstGeom prst="roundRect">
            <a:avLst>
              <a:gd name="adj" fmla="val 415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4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6"/>
          <p:cNvSpPr/>
          <p:nvPr/>
        </p:nvSpPr>
        <p:spPr>
          <a:xfrm rot="2700000">
            <a:off x="9473177" y="3855327"/>
            <a:ext cx="861773" cy="883471"/>
          </a:xfrm>
          <a:prstGeom prst="roundRect">
            <a:avLst>
              <a:gd name="adj" fmla="val 838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4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" name="Google Shape;32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61787" y="3246606"/>
            <a:ext cx="2448726" cy="2101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61186" y="6005221"/>
            <a:ext cx="347027" cy="297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6" descr="A picture containing ax, vector graphics, tool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97284" y="5678622"/>
            <a:ext cx="297421" cy="244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475152" y="6374731"/>
            <a:ext cx="341685" cy="236387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"/>
          <p:cNvSpPr txBox="1"/>
          <p:nvPr/>
        </p:nvSpPr>
        <p:spPr>
          <a:xfrm>
            <a:off x="9265347" y="5973623"/>
            <a:ext cx="2209804" cy="336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87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pulp-platform.org</a:t>
            </a:r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9813515" y="5645227"/>
            <a:ext cx="1661636" cy="336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87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@pulp_platform</a:t>
            </a:r>
            <a:endParaRPr/>
          </a:p>
        </p:txBody>
      </p:sp>
      <p:sp>
        <p:nvSpPr>
          <p:cNvPr id="38" name="Google Shape;38;p6"/>
          <p:cNvSpPr txBox="1"/>
          <p:nvPr/>
        </p:nvSpPr>
        <p:spPr>
          <a:xfrm>
            <a:off x="8765175" y="6302018"/>
            <a:ext cx="2709976" cy="336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87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youtube.com/pulp_platform</a:t>
            </a:r>
            <a:endParaRPr/>
          </a:p>
        </p:txBody>
      </p:sp>
      <p:sp>
        <p:nvSpPr>
          <p:cNvPr id="39" name="Google Shape;39;p6"/>
          <p:cNvSpPr txBox="1"/>
          <p:nvPr/>
        </p:nvSpPr>
        <p:spPr>
          <a:xfrm>
            <a:off x="381487" y="5882743"/>
            <a:ext cx="6051407" cy="718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4"/>
              <a:buFont typeface="Calibri"/>
              <a:buNone/>
            </a:pPr>
            <a:r>
              <a:rPr lang="en-US" sz="190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PULP Platform</a:t>
            </a:r>
            <a:br>
              <a:rPr lang="en-US"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Source Hardware, the way it should be!</a:t>
            </a:r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381487" y="3884883"/>
            <a:ext cx="6095742" cy="1713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800" rIns="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SzPts val="1905"/>
              <a:buNone/>
              <a:defRPr sz="2117">
                <a:solidFill>
                  <a:schemeClr val="accent3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SzPts val="1620"/>
              <a:buChar char="•"/>
              <a:defRPr/>
            </a:lvl3pPr>
            <a:lvl4pPr marL="1828800" lvl="3" indent="-3314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152210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lide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458CA-A1BF-D6AB-4593-70AA8BA7A18C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effectLst/>
        </p:spPr>
        <p:txBody>
          <a:bodyPr/>
          <a:lstStyle>
            <a:lvl1pPr>
              <a:defRPr>
                <a:ln w="15875" cmpd="sng">
                  <a:noFill/>
                  <a:round/>
                </a:ln>
                <a:solidFill>
                  <a:schemeClr val="accent3"/>
                </a:solidFill>
                <a:effectLst/>
              </a:defRPr>
            </a:lvl1pPr>
          </a:lstStyle>
          <a:p>
            <a:r>
              <a:rPr lang="en-US" dirty="0"/>
              <a:t>Click to edit Master title style</a:t>
            </a:r>
            <a:endParaRPr lang="de-CH" dirty="0"/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F2B96F6E-6763-388C-C56C-A5F6DDF7C21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6500" y="990573"/>
            <a:ext cx="5333774" cy="5524351"/>
          </a:xfrm>
        </p:spPr>
        <p:txBody>
          <a:bodyPr lIns="0"/>
          <a:lstStyle>
            <a:lvl1pPr marL="304795" indent="-304795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533383" indent="-228597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761976" indent="-228597">
              <a:buClrTx/>
              <a:buFont typeface="Arial" panose="020B0604020202020204" pitchFamily="34" charset="0"/>
              <a:buChar char="•"/>
              <a:defRPr sz="1905">
                <a:solidFill>
                  <a:schemeClr val="tx1"/>
                </a:solidFill>
              </a:defRPr>
            </a:lvl3pPr>
            <a:lvl4pPr marL="990569" indent="-228597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219162" indent="-228597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4BB9895-C16D-8D3B-6B99-94C506A0DDD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96000" y="990573"/>
            <a:ext cx="6102077" cy="5524351"/>
          </a:xfrm>
        </p:spPr>
        <p:txBody>
          <a:bodyPr lIns="468000" tIns="252000"/>
          <a:lstStyle>
            <a:lvl1pPr marL="0" indent="0">
              <a:lnSpc>
                <a:spcPts val="1058"/>
              </a:lnSpc>
              <a:buNone/>
              <a:defRPr sz="1905">
                <a:solidFill>
                  <a:schemeClr val="bg2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n-US" dirty="0"/>
              <a:t>Click to edit code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C01239-BAA4-8A00-7636-86EDC75888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E0C66A2-8627-414E-981C-541940719BAF}" type="datetime1">
              <a:rPr lang="zh-CN" altLang="en-US" smtClean="0"/>
              <a:t>2025/10/29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77580FD-90D9-4643-869E-F2DC0D2AC66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022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lid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458CA-A1BF-D6AB-4593-70AA8BA7A18C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effectLst/>
        </p:spPr>
        <p:txBody>
          <a:bodyPr/>
          <a:lstStyle>
            <a:lvl1pPr>
              <a:defRPr>
                <a:ln w="15875" cmpd="sng">
                  <a:noFill/>
                  <a:round/>
                </a:ln>
                <a:solidFill>
                  <a:schemeClr val="accent3"/>
                </a:solidFill>
                <a:effectLst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F2B96F6E-6763-388C-C56C-A5F6DDF7C21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6500" y="990573"/>
            <a:ext cx="5333774" cy="5524351"/>
          </a:xfrm>
        </p:spPr>
        <p:txBody>
          <a:bodyPr lIns="0"/>
          <a:lstStyle>
            <a:lvl1pPr marL="304795" indent="-304795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533383" indent="-228597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761976" indent="-228597">
              <a:buClrTx/>
              <a:buFont typeface="Arial" panose="020B0604020202020204" pitchFamily="34" charset="0"/>
              <a:buChar char="•"/>
              <a:defRPr sz="1905">
                <a:solidFill>
                  <a:schemeClr val="tx1"/>
                </a:solidFill>
              </a:defRPr>
            </a:lvl3pPr>
            <a:lvl4pPr marL="990569" indent="-228597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219162" indent="-228597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4BB9895-C16D-8D3B-6B99-94C506A0DDD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96000" y="990573"/>
            <a:ext cx="6102077" cy="5524351"/>
          </a:xfrm>
        </p:spPr>
        <p:txBody>
          <a:bodyPr lIns="468000" tIns="252000"/>
          <a:lstStyle>
            <a:lvl1pPr marL="0" indent="0">
              <a:lnSpc>
                <a:spcPts val="1058"/>
              </a:lnSpc>
              <a:buNone/>
              <a:defRPr sz="1905">
                <a:solidFill>
                  <a:schemeClr val="bg2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n-US" noProof="0"/>
              <a:t>Click to edit code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008F47-EC5C-3578-1BA2-5D84AD510EF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16A3985-B2B5-4012-9CB4-876599AD6DCA}" type="datetime1">
              <a:rPr lang="zh-CN" altLang="en-US" smtClean="0"/>
              <a:t>2025/10/29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776D19F-CFD6-B7EE-F862-390C4E0962F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542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F192FC1B-B3A0-78B7-C079-3AD8A4EDAFEE}"/>
              </a:ext>
            </a:extLst>
          </p:cNvPr>
          <p:cNvGrpSpPr/>
          <p:nvPr userDrawn="1"/>
        </p:nvGrpSpPr>
        <p:grpSpPr>
          <a:xfrm>
            <a:off x="2431284" y="217607"/>
            <a:ext cx="2109071" cy="456122"/>
            <a:chOff x="3645356" y="188193"/>
            <a:chExt cx="5677387" cy="1227805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DFDC3554-F5A8-F2B0-CDD0-9503A1DE3A0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25668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3449E88C-0CCF-054C-1626-D1593E596CF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</p:spPr>
        </p:pic>
      </p:grp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8D234E9D-C054-5674-1BA3-6CDBCAEC8DE6}"/>
              </a:ext>
            </a:extLst>
          </p:cNvPr>
          <p:cNvSpPr/>
          <p:nvPr userDrawn="1"/>
        </p:nvSpPr>
        <p:spPr>
          <a:xfrm>
            <a:off x="7538308" y="2204236"/>
            <a:ext cx="4653692" cy="4653764"/>
          </a:xfrm>
          <a:prstGeom prst="triangle">
            <a:avLst>
              <a:gd name="adj" fmla="val 100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05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E74E66C-D0DE-D973-3A0F-2E71084138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1489" y="282948"/>
            <a:ext cx="1767831" cy="294643"/>
          </a:xfrm>
          <a:prstGeom prst="rect">
            <a:avLst/>
          </a:prstGeom>
        </p:spPr>
      </p:pic>
      <p:sp>
        <p:nvSpPr>
          <p:cNvPr id="30" name="Subtitle 2">
            <a:extLst>
              <a:ext uri="{FF2B5EF4-FFF2-40B4-BE49-F238E27FC236}">
                <a16:creationId xmlns:a16="http://schemas.microsoft.com/office/drawing/2014/main" id="{D93D6F44-AA10-891D-BF7D-311C32BF0F90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381487" y="3115708"/>
            <a:ext cx="6095742" cy="380990"/>
          </a:xfrm>
        </p:spPr>
        <p:txBody>
          <a:bodyPr lIns="0" tIns="0" rIns="0" bIns="0" anchor="b"/>
          <a:lstStyle>
            <a:lvl1pPr marL="0" indent="0" algn="l">
              <a:buNone/>
              <a:defRPr sz="2540" b="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  <a:lvl2pPr marL="457194" indent="0" algn="ctr">
              <a:buNone/>
              <a:defRPr sz="2000"/>
            </a:lvl2pPr>
            <a:lvl3pPr marL="914389" indent="0" algn="ctr">
              <a:buNone/>
              <a:defRPr sz="1800"/>
            </a:lvl3pPr>
            <a:lvl4pPr marL="1371583" indent="0" algn="ctr">
              <a:buNone/>
              <a:defRPr sz="1600"/>
            </a:lvl4pPr>
            <a:lvl5pPr marL="1828777" indent="0" algn="ctr">
              <a:buNone/>
              <a:defRPr sz="1600"/>
            </a:lvl5pPr>
            <a:lvl6pPr marL="2285971" indent="0" algn="ctr">
              <a:buNone/>
              <a:defRPr sz="1600"/>
            </a:lvl6pPr>
            <a:lvl7pPr marL="2743167" indent="0" algn="ctr">
              <a:buNone/>
              <a:defRPr sz="1600"/>
            </a:lvl7pPr>
            <a:lvl8pPr marL="3200361" indent="0" algn="ctr">
              <a:buNone/>
              <a:defRPr sz="1600"/>
            </a:lvl8pPr>
            <a:lvl9pPr marL="3657555" indent="0" algn="ctr">
              <a:buNone/>
              <a:defRPr sz="1600"/>
            </a:lvl9pPr>
          </a:lstStyle>
          <a:p>
            <a:r>
              <a:rPr lang="zh-CN" altLang="en-US" noProof="0"/>
              <a:t>单击此处编辑母版副标题样式</a:t>
            </a:r>
            <a:endParaRPr lang="en-US" noProof="0" dirty="0"/>
          </a:p>
        </p:txBody>
      </p:sp>
      <p:sp>
        <p:nvSpPr>
          <p:cNvPr id="31" name="Title 8">
            <a:extLst>
              <a:ext uri="{FF2B5EF4-FFF2-40B4-BE49-F238E27FC236}">
                <a16:creationId xmlns:a16="http://schemas.microsoft.com/office/drawing/2014/main" id="{5D78059F-19FB-CAFA-4937-958597D5C90B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81486" y="1854817"/>
            <a:ext cx="10667548" cy="1142969"/>
          </a:xfrm>
        </p:spPr>
        <p:txBody>
          <a:bodyPr anchor="t"/>
          <a:lstStyle>
            <a:lvl1pPr>
              <a:defRPr sz="3810" b="0">
                <a:solidFill>
                  <a:schemeClr val="accent3"/>
                </a:solidFill>
                <a:latin typeface="+mj-lt"/>
                <a:ea typeface="Roboto Condensed" panose="02000000000000000000" pitchFamily="2" charset="0"/>
              </a:defRPr>
            </a:lvl1pPr>
          </a:lstStyle>
          <a:p>
            <a:r>
              <a:rPr lang="en-US" noProof="0" dirty="0"/>
              <a:t>Click to edit Master title style (in case you have a</a:t>
            </a:r>
            <a:br>
              <a:rPr lang="en-US" noProof="0" dirty="0"/>
            </a:br>
            <a:r>
              <a:rPr lang="en-US" noProof="0" dirty="0"/>
              <a:t>very very long title it can also span multiple lines)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C68568A-23B5-DA36-6C0D-2408AF9BED45}"/>
              </a:ext>
            </a:extLst>
          </p:cNvPr>
          <p:cNvSpPr/>
          <p:nvPr userDrawn="1"/>
        </p:nvSpPr>
        <p:spPr>
          <a:xfrm rot="2700000">
            <a:off x="9949083" y="3485624"/>
            <a:ext cx="1617442" cy="1617417"/>
          </a:xfrm>
          <a:prstGeom prst="roundRect">
            <a:avLst>
              <a:gd name="adj" fmla="val 4159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05" noProof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E5778BE-53D9-EBE2-E1E3-9486D873D633}"/>
              </a:ext>
            </a:extLst>
          </p:cNvPr>
          <p:cNvSpPr/>
          <p:nvPr userDrawn="1"/>
        </p:nvSpPr>
        <p:spPr>
          <a:xfrm rot="2700000">
            <a:off x="9473177" y="3855327"/>
            <a:ext cx="861773" cy="883471"/>
          </a:xfrm>
          <a:prstGeom prst="roundRect">
            <a:avLst>
              <a:gd name="adj" fmla="val 838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05" noProof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34F58EB-B7F2-49D6-1DDD-84753A25C0D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61787" y="3246606"/>
            <a:ext cx="2448726" cy="2101406"/>
          </a:xfrm>
          <a:prstGeom prst="rect">
            <a:avLst/>
          </a:prstGeom>
          <a:ln w="66675"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3722F6A-3AA4-BFC3-F572-3A7E83CD6F6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61186" y="6005221"/>
            <a:ext cx="347027" cy="297807"/>
          </a:xfrm>
          <a:prstGeom prst="rect">
            <a:avLst/>
          </a:prstGeom>
        </p:spPr>
      </p:pic>
      <p:pic>
        <p:nvPicPr>
          <p:cNvPr id="22" name="Picture 21" descr="A picture containing ax, vector graphics, tool&#10;&#10;Description automatically generated">
            <a:extLst>
              <a:ext uri="{FF2B5EF4-FFF2-40B4-BE49-F238E27FC236}">
                <a16:creationId xmlns:a16="http://schemas.microsoft.com/office/drawing/2014/main" id="{4DD662A7-2596-572A-621E-FC676E54EA9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497284" y="5678622"/>
            <a:ext cx="297421" cy="244678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2FC50372-BF19-6EDB-06B0-B684360D324B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alphaModFix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75152" y="6374731"/>
            <a:ext cx="341685" cy="23638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90F954B-C9F2-7811-FBF9-F2B6708CE96A}"/>
              </a:ext>
            </a:extLst>
          </p:cNvPr>
          <p:cNvSpPr txBox="1"/>
          <p:nvPr userDrawn="1"/>
        </p:nvSpPr>
        <p:spPr>
          <a:xfrm>
            <a:off x="9265347" y="5973623"/>
            <a:ext cx="2209804" cy="336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87" b="0" i="0" u="none" noProof="0">
                <a:solidFill>
                  <a:schemeClr val="bg2"/>
                </a:solidFill>
                <a:latin typeface="+mn-lt"/>
                <a:ea typeface="Roboto Condensed Light" panose="02000000000000000000" pitchFamily="2" charset="0"/>
                <a:cs typeface="Arial Narrow" panose="020B0604020202020204" pitchFamily="34" charset="0"/>
              </a:rPr>
              <a:t>pulp-platform.org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E24402-6167-3DAC-15F7-96A8C18DA6C3}"/>
              </a:ext>
            </a:extLst>
          </p:cNvPr>
          <p:cNvSpPr txBox="1"/>
          <p:nvPr userDrawn="1"/>
        </p:nvSpPr>
        <p:spPr>
          <a:xfrm>
            <a:off x="9813515" y="5645227"/>
            <a:ext cx="1661636" cy="336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87" b="0" i="0" u="none" noProof="0">
                <a:solidFill>
                  <a:schemeClr val="bg2"/>
                </a:solidFill>
                <a:latin typeface="+mn-lt"/>
                <a:ea typeface="Roboto Condensed Light" panose="02000000000000000000" pitchFamily="2" charset="0"/>
                <a:cs typeface="Arial Narrow" panose="020B0604020202020204" pitchFamily="34" charset="0"/>
              </a:rPr>
              <a:t>@pulp_platform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70316D-DDCE-8E08-F033-57AFE61CA03C}"/>
              </a:ext>
            </a:extLst>
          </p:cNvPr>
          <p:cNvSpPr txBox="1"/>
          <p:nvPr userDrawn="1"/>
        </p:nvSpPr>
        <p:spPr>
          <a:xfrm>
            <a:off x="8765175" y="6302018"/>
            <a:ext cx="2709976" cy="336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87" b="0" i="0" u="none" noProof="0">
                <a:solidFill>
                  <a:schemeClr val="bg2"/>
                </a:solidFill>
                <a:latin typeface="+mn-lt"/>
                <a:ea typeface="Roboto Condensed Light" panose="02000000000000000000" pitchFamily="2" charset="0"/>
                <a:cs typeface="Arial Narrow" panose="020B0604020202020204" pitchFamily="34" charset="0"/>
              </a:rPr>
              <a:t>youtube.com/pulp_platform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C09BED-6F4B-D060-60EF-CB1FD4E4F544}"/>
              </a:ext>
            </a:extLst>
          </p:cNvPr>
          <p:cNvSpPr txBox="1"/>
          <p:nvPr userDrawn="1"/>
        </p:nvSpPr>
        <p:spPr>
          <a:xfrm>
            <a:off x="381487" y="5882743"/>
            <a:ext cx="6051407" cy="7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7619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905" b="1" i="0" noProof="0">
                <a:solidFill>
                  <a:schemeClr val="tx1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PULP Platform</a:t>
            </a:r>
            <a:br>
              <a:rPr lang="en-US" sz="1905" b="0" i="0" noProof="0">
                <a:solidFill>
                  <a:schemeClr val="tx1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</a:br>
            <a:r>
              <a:rPr lang="en-US" sz="1905" b="0" i="0" noProof="0">
                <a:solidFill>
                  <a:schemeClr val="tx1"/>
                </a:solidFill>
                <a:latin typeface="+mn-lt"/>
                <a:ea typeface="Roboto Condensed Light" panose="02000000000000000000" pitchFamily="2" charset="0"/>
                <a:cs typeface="Arial Narrow" panose="020B0604020202020204" pitchFamily="34" charset="0"/>
              </a:rPr>
              <a:t>Open Source Hardware, the way it should be!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E1C72157-447E-AAA3-80DA-9A3928C6C6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487" y="3884883"/>
            <a:ext cx="6095742" cy="1713889"/>
          </a:xfrm>
        </p:spPr>
        <p:txBody>
          <a:bodyPr/>
          <a:lstStyle>
            <a:lvl1pPr marL="0" indent="0">
              <a:buNone/>
              <a:defRPr sz="2117">
                <a:solidFill>
                  <a:schemeClr val="accent3"/>
                </a:solidFill>
              </a:defRPr>
            </a:lvl1pPr>
          </a:lstStyle>
          <a:p>
            <a:r>
              <a:rPr lang="en-US" b="1" noProof="0" dirty="0">
                <a:latin typeface="+mj-lt"/>
              </a:rPr>
              <a:t>Author Name 1    </a:t>
            </a:r>
            <a:r>
              <a:rPr lang="en-US" noProof="0" dirty="0">
                <a:solidFill>
                  <a:schemeClr val="tx1"/>
                </a:solidFill>
              </a:rPr>
              <a:t>mail1@iis.ee.ethz.ch</a:t>
            </a:r>
            <a:br>
              <a:rPr lang="en-US" noProof="0" dirty="0">
                <a:solidFill>
                  <a:schemeClr val="tx1"/>
                </a:solidFill>
              </a:rPr>
            </a:br>
            <a:r>
              <a:rPr lang="en-US" b="1" noProof="0" dirty="0">
                <a:latin typeface="+mj-lt"/>
              </a:rPr>
              <a:t>Author Name 2    </a:t>
            </a:r>
            <a:r>
              <a:rPr lang="en-US" noProof="0" dirty="0">
                <a:solidFill>
                  <a:schemeClr val="tx1"/>
                </a:solidFill>
              </a:rPr>
              <a:t>mail2@iis.ee.ethz.ch</a:t>
            </a:r>
            <a:br>
              <a:rPr lang="en-US" b="1" noProof="0" dirty="0">
                <a:latin typeface="+mj-lt"/>
              </a:rPr>
            </a:br>
            <a:r>
              <a:rPr lang="en-US" b="1" noProof="0" dirty="0">
                <a:latin typeface="+mj-lt"/>
              </a:rPr>
              <a:t>Author Name 3    </a:t>
            </a:r>
            <a:r>
              <a:rPr lang="en-US" noProof="0" dirty="0">
                <a:solidFill>
                  <a:schemeClr val="tx1"/>
                </a:solidFill>
              </a:rPr>
              <a:t>mail3@unibo.it</a:t>
            </a:r>
            <a:br>
              <a:rPr lang="en-US" b="1" noProof="0" dirty="0">
                <a:latin typeface="+mj-lt"/>
              </a:rPr>
            </a:br>
            <a:r>
              <a:rPr lang="en-US" b="1" noProof="0" dirty="0">
                <a:latin typeface="+mj-lt"/>
              </a:rPr>
              <a:t>Author Name 4    </a:t>
            </a:r>
            <a:r>
              <a:rPr lang="en-US" noProof="0" dirty="0">
                <a:solidFill>
                  <a:schemeClr val="tx1"/>
                </a:solidFill>
              </a:rPr>
              <a:t>mail4@unibo.it</a:t>
            </a:r>
            <a:endParaRPr lang="en-US" b="1" noProof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80623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769A5E-51FC-1948-9E89-D6ACC7420B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AD18A61-8ABA-DA51-7F3F-6F6CA7DE64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BD8CAB-2C7F-D9E9-0B83-24EA30091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FBC17-72B9-4EF5-8893-24FB2216744B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A79848-311E-E02C-E3A4-473DFE575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3B1C8C-3556-078F-2123-206A7CD22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D8BBF-345E-4024-ADB0-843CB582CC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5360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D3FF94-58B5-F00C-068D-4CAB55EC5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4E2F20-6E0A-08A2-8398-719344B8A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D66464-4281-28D3-6D9F-810D455E4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FBC17-72B9-4EF5-8893-24FB2216744B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F902D1-984E-9061-4AC6-94EC723D6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E3B4D7-EAEC-DEC6-774B-C20F96614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D8BBF-345E-4024-ADB0-843CB582CC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2388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3222FE-D56B-762B-CCBF-93D7F837B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3A7678-A2C6-498A-F5F4-3964C76DC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391741-66D2-AEB1-7FF5-60D56AAA1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FBC17-72B9-4EF5-8893-24FB2216744B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C375D-D83A-402A-3EB2-918EAEC4D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124D26-CAD8-D58A-2966-D061B355D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D8BBF-345E-4024-ADB0-843CB582CC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185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7680F7-AB84-E094-DEBE-54027962F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5F2555-58C4-7A04-6998-408FE61D2C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CB57F3-EEA0-C5B4-A28D-2448842F99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77810B-321D-1A57-86AB-4BEC27F50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FBC17-72B9-4EF5-8893-24FB2216744B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8C6DF2-5121-AA2C-1EAD-798F25BB1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10DF93-281E-EC26-5AE4-4CF79EE3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D8BBF-345E-4024-ADB0-843CB582CC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20031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1FB607-1E40-BD92-D598-ACEA84A9C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153BD9-AED5-D508-8D23-5047BE910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B63E092-9B8C-2262-42E1-5B3FE02E75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E63114E-B720-3B88-3B26-3425CE403F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7D9FC4C-C1DC-83EA-76EC-D04121BD94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BF4CC5D-4EDD-74F3-35BB-1AE5D3647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FBC17-72B9-4EF5-8893-24FB2216744B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F3E1D74-EB0A-3BB8-EB07-4B93F0A36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5684A89-9172-B9BA-EB0D-0AA529B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D8BBF-345E-4024-ADB0-843CB582CC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3357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8FFBC1-424F-FBB1-7E46-793BBD4D9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71E09E8-4B45-72C4-4B09-07AD63DDD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FBC17-72B9-4EF5-8893-24FB2216744B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AC582D8-41A2-AE77-6FDE-1F677B2D1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6DD838D-C428-CAA3-36BC-5511E5295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D8BBF-345E-4024-ADB0-843CB582CC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7286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A42E23D-C62D-4C05-229C-37D091DB9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FBC17-72B9-4EF5-8893-24FB2216744B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6E38272-0395-B7EE-19BB-F32E827F8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4FD634-28CB-FE76-FB0B-B69B540DB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D8BBF-345E-4024-ADB0-843CB582CC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0168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3638A3-B329-27DC-6A8D-5717B2665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5CD71F-5716-D4A8-61EE-CDC1150F2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B84AF19-289C-370F-7593-439240343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111AAA4-7DCF-1848-5B4C-5342FD47E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FBC17-72B9-4EF5-8893-24FB2216744B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DB3055-031B-F239-430B-92216ADB7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DBFE29-0132-B9E8-E5D0-AC89E4515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D8BBF-345E-4024-ADB0-843CB582CC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3766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6FC175-21B4-DFD9-4DC1-0BD16AFD4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501A13B-F168-EA55-3029-F42A0B306E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D12980-3E98-E038-BA86-10CD853AD8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FCC39B-C390-B07D-0220-6FD5F653B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FBC17-72B9-4EF5-8893-24FB2216744B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D233A6-0B9B-6D67-5CBD-59B44F6E8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7EC66D-80B7-D3A3-7041-17E613F0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D8BBF-345E-4024-ADB0-843CB582CC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31107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4C6E11-8231-E1EE-D480-823F572BA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6A7A51-09B8-B65B-8F98-D8410F23B7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9284D2-E296-56CD-C200-7836F004C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FBC17-72B9-4EF5-8893-24FB2216744B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2388F3-F05A-360B-4C6D-BF667091F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69D2D9-2373-DDC0-2BBF-40E364511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D8BBF-345E-4024-ADB0-843CB582CC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3738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866A43C-6C67-A41A-C2A5-10A548847A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A986CD6-6D9C-FE50-E9E9-C88A33A2B3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BE8363-D861-FD9A-72C0-BA79A2FE0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FBC17-72B9-4EF5-8893-24FB2216744B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3BF5DF-1FE3-9096-1595-FCB79963A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04F25C-A1B0-1BA8-5B59-7B69D004A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D8BBF-345E-4024-ADB0-843CB582CC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37510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s QA Slide">
    <p:bg>
      <p:bgPr>
        <a:solidFill>
          <a:srgbClr val="B4B4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8150BE-61A2-B1E2-756A-7134BE7E136A}"/>
              </a:ext>
            </a:extLst>
          </p:cNvPr>
          <p:cNvSpPr txBox="1"/>
          <p:nvPr userDrawn="1"/>
        </p:nvSpPr>
        <p:spPr>
          <a:xfrm>
            <a:off x="2042921" y="2089607"/>
            <a:ext cx="3299901" cy="87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80" b="0" i="0" u="none" dirty="0">
                <a:solidFill>
                  <a:schemeClr val="bg2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Thank you!</a:t>
            </a:r>
          </a:p>
        </p:txBody>
      </p:sp>
      <p:sp>
        <p:nvSpPr>
          <p:cNvPr id="7" name="Google Shape;1096;p28">
            <a:extLst>
              <a:ext uri="{FF2B5EF4-FFF2-40B4-BE49-F238E27FC236}">
                <a16:creationId xmlns:a16="http://schemas.microsoft.com/office/drawing/2014/main" id="{9EB57577-2B72-4910-D401-BBB6EDA09B5E}"/>
              </a:ext>
            </a:extLst>
          </p:cNvPr>
          <p:cNvSpPr/>
          <p:nvPr userDrawn="1"/>
        </p:nvSpPr>
        <p:spPr>
          <a:xfrm>
            <a:off x="6870456" y="1573479"/>
            <a:ext cx="3433291" cy="3433344"/>
          </a:xfrm>
          <a:custGeom>
            <a:avLst/>
            <a:gdLst/>
            <a:ahLst/>
            <a:cxnLst/>
            <a:rect l="l" t="t" r="r" b="b"/>
            <a:pathLst>
              <a:path w="158750" h="158750" extrusionOk="0">
                <a:moveTo>
                  <a:pt x="8255" y="0"/>
                </a:moveTo>
                <a:cubicBezTo>
                  <a:pt x="3810" y="0"/>
                  <a:pt x="0" y="3810"/>
                  <a:pt x="0" y="8255"/>
                </a:cubicBezTo>
                <a:lnTo>
                  <a:pt x="0" y="119380"/>
                </a:lnTo>
                <a:lnTo>
                  <a:pt x="31750" y="87630"/>
                </a:lnTo>
                <a:lnTo>
                  <a:pt x="111125" y="87630"/>
                </a:lnTo>
                <a:cubicBezTo>
                  <a:pt x="115570" y="87630"/>
                  <a:pt x="119380" y="83820"/>
                  <a:pt x="119380" y="79375"/>
                </a:cubicBezTo>
                <a:lnTo>
                  <a:pt x="119380" y="8255"/>
                </a:lnTo>
                <a:cubicBezTo>
                  <a:pt x="119380" y="3810"/>
                  <a:pt x="115570" y="0"/>
                  <a:pt x="111125" y="0"/>
                </a:cubicBezTo>
                <a:close/>
                <a:moveTo>
                  <a:pt x="135255" y="31750"/>
                </a:moveTo>
                <a:lnTo>
                  <a:pt x="135255" y="103505"/>
                </a:lnTo>
                <a:lnTo>
                  <a:pt x="31750" y="103505"/>
                </a:lnTo>
                <a:lnTo>
                  <a:pt x="31750" y="119380"/>
                </a:lnTo>
                <a:cubicBezTo>
                  <a:pt x="31750" y="123190"/>
                  <a:pt x="35560" y="127000"/>
                  <a:pt x="40005" y="127000"/>
                </a:cubicBezTo>
                <a:lnTo>
                  <a:pt x="127000" y="127000"/>
                </a:lnTo>
                <a:lnTo>
                  <a:pt x="158750" y="158750"/>
                </a:lnTo>
                <a:lnTo>
                  <a:pt x="158750" y="40005"/>
                </a:lnTo>
                <a:cubicBezTo>
                  <a:pt x="158750" y="35560"/>
                  <a:pt x="154940" y="31750"/>
                  <a:pt x="151130" y="3175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96754" tIns="96754" rIns="96754" bIns="9675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905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AD5AEE-A9BE-AED9-1997-707BCB05F17E}"/>
              </a:ext>
            </a:extLst>
          </p:cNvPr>
          <p:cNvSpPr txBox="1"/>
          <p:nvPr userDrawn="1"/>
        </p:nvSpPr>
        <p:spPr>
          <a:xfrm>
            <a:off x="7393950" y="2122179"/>
            <a:ext cx="1547401" cy="809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657" b="1" i="0" u="none" dirty="0">
                <a:solidFill>
                  <a:srgbClr val="B4B4B6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666737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sv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/>
        </p:nvSpPr>
        <p:spPr>
          <a:xfrm>
            <a:off x="0" y="3"/>
            <a:ext cx="609574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571475" tIns="1181050" rIns="0" bIns="45700" anchor="t" anchorCtr="0">
            <a:noAutofit/>
          </a:bodyPr>
          <a:lstStyle/>
          <a:p>
            <a:pPr marL="0" marR="0" lvl="0" indent="0" algn="l" rtl="0">
              <a:lnSpc>
                <a:spcPct val="1102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4"/>
              <a:buFont typeface="Arial"/>
              <a:buNone/>
            </a:pPr>
            <a:endParaRPr sz="1904" b="0" i="0" u="none" strike="noStrike" cap="none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11;p5"/>
          <p:cNvSpPr txBox="1">
            <a:spLocks noGrp="1"/>
          </p:cNvSpPr>
          <p:nvPr>
            <p:ph type="title"/>
          </p:nvPr>
        </p:nvSpPr>
        <p:spPr>
          <a:xfrm>
            <a:off x="316503" y="180326"/>
            <a:ext cx="10667548" cy="657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810"/>
              <a:buFont typeface="Calibri"/>
              <a:buNone/>
              <a:defRPr sz="3809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body" idx="1"/>
          </p:nvPr>
        </p:nvSpPr>
        <p:spPr>
          <a:xfrm>
            <a:off x="316503" y="991347"/>
            <a:ext cx="5333774" cy="5524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800" rIns="0" bIns="45700" anchor="t" anchorCtr="0">
            <a:noAutofit/>
          </a:bodyPr>
          <a:lstStyle>
            <a:lvl1pPr marL="457200" marR="0" lvl="0" indent="-373761" algn="l" rtl="0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Clr>
                <a:schemeClr val="dk1"/>
              </a:buClr>
              <a:buSzPts val="2286"/>
              <a:buFont typeface="Arial"/>
              <a:buChar char="•"/>
              <a:defRPr sz="25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9586" algn="l" rtl="0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>
                <a:schemeClr val="dk1"/>
              </a:buClr>
              <a:buSzPts val="1905"/>
              <a:buFont typeface="Arial"/>
              <a:buChar char="•"/>
              <a:defRPr sz="21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7470" algn="l" rtl="0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>
                <a:schemeClr val="dk1"/>
              </a:buClr>
              <a:buSzPts val="1714"/>
              <a:buFont typeface="Arial"/>
              <a:buChar char="•"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11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3"/>
              <a:buFont typeface="Arial"/>
              <a:buChar char="•"/>
              <a:defRPr sz="127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51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8"/>
              <a:buFont typeface="Arial"/>
              <a:buChar char="•"/>
              <a:defRPr sz="116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/>
          <p:nvPr/>
        </p:nvSpPr>
        <p:spPr>
          <a:xfrm rot="2700000">
            <a:off x="11085905" y="380600"/>
            <a:ext cx="379300" cy="379294"/>
          </a:xfrm>
          <a:prstGeom prst="roundRect">
            <a:avLst>
              <a:gd name="adj" fmla="val 523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4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" name="Google Shape;14;p5"/>
          <p:cNvSpPr/>
          <p:nvPr/>
        </p:nvSpPr>
        <p:spPr>
          <a:xfrm rot="2700000">
            <a:off x="11288321" y="229855"/>
            <a:ext cx="680796" cy="680785"/>
          </a:xfrm>
          <a:prstGeom prst="roundRect">
            <a:avLst>
              <a:gd name="adj" fmla="val 523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4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15" name="Google Shape;15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069708" y="149147"/>
            <a:ext cx="981397" cy="8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5"/>
          <p:cNvSpPr txBox="1">
            <a:spLocks noGrp="1"/>
          </p:cNvSpPr>
          <p:nvPr>
            <p:ph type="dt" idx="10"/>
          </p:nvPr>
        </p:nvSpPr>
        <p:spPr>
          <a:xfrm>
            <a:off x="3151021" y="6473766"/>
            <a:ext cx="6857709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sldNum" idx="12"/>
          </p:nvPr>
        </p:nvSpPr>
        <p:spPr>
          <a:xfrm>
            <a:off x="10385676" y="6473766"/>
            <a:ext cx="598375" cy="308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3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3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3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3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3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3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3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3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" name="Google Shape;18;p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6504" y="6517136"/>
            <a:ext cx="1170551" cy="1950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5"/>
          <p:cNvGrpSpPr/>
          <p:nvPr/>
        </p:nvGrpSpPr>
        <p:grpSpPr>
          <a:xfrm>
            <a:off x="1624922" y="6474583"/>
            <a:ext cx="1418460" cy="306766"/>
            <a:chOff x="3645356" y="188193"/>
            <a:chExt cx="5677387" cy="1227805"/>
          </a:xfrm>
        </p:grpSpPr>
        <p:pic>
          <p:nvPicPr>
            <p:cNvPr id="20" name="Google Shape;20;p5"/>
            <p:cNvPicPr preferRelativeResize="0"/>
            <p:nvPr/>
          </p:nvPicPr>
          <p:blipFill rotWithShape="1">
            <a:blip r:embed="rId8">
              <a:alphaModFix/>
            </a:blip>
            <a:srcRect l="25667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5"/>
            <p:cNvPicPr preferRelativeResize="0"/>
            <p:nvPr/>
          </p:nvPicPr>
          <p:blipFill rotWithShape="1">
            <a:blip r:embed="rId8">
              <a:alphaModFix/>
            </a:blip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8" r:id="rId4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A21F4A92-B526-C0E2-7CA3-0721D7897FD8}"/>
              </a:ext>
            </a:extLst>
          </p:cNvPr>
          <p:cNvSpPr txBox="1">
            <a:spLocks/>
          </p:cNvSpPr>
          <p:nvPr userDrawn="1"/>
        </p:nvSpPr>
        <p:spPr>
          <a:xfrm>
            <a:off x="0" y="3"/>
            <a:ext cx="6095742" cy="6858000"/>
          </a:xfrm>
          <a:prstGeom prst="rect">
            <a:avLst/>
          </a:prstGeom>
          <a:solidFill>
            <a:srgbClr val="FFFFFF"/>
          </a:solidFill>
        </p:spPr>
        <p:txBody>
          <a:bodyPr lIns="571476" tIns="1181050" rIns="0"/>
          <a:lstStyle>
            <a:lvl1pPr marL="0" indent="0" algn="l" defTabSz="720000" rtl="0" eaLnBrk="1" latinLnBrk="0" hangingPunct="1">
              <a:lnSpc>
                <a:spcPts val="2100"/>
              </a:lnSpc>
              <a:spcBef>
                <a:spcPts val="100"/>
              </a:spcBef>
              <a:buClr>
                <a:schemeClr val="tx1"/>
              </a:buClr>
              <a:buSzPct val="90000"/>
              <a:buFont typeface="Arial" panose="020B0604020202020204" pitchFamily="34" charset="0"/>
              <a:buNone/>
              <a:defRPr lang="en-US" sz="1800" b="0" i="0" kern="1200" dirty="0" smtClean="0">
                <a:solidFill>
                  <a:schemeClr val="bg2"/>
                </a:solidFill>
                <a:latin typeface="Consolas" panose="020B0609020204030204" pitchFamily="49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287996" indent="0" algn="l" defTabSz="7200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90000"/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Consolas" panose="020B0609020204030204" pitchFamily="49" charset="0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503996" indent="0" algn="l" defTabSz="86401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90000"/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Consolas" panose="020B0609020204030204" pitchFamily="49" charset="0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719996" indent="0" algn="l" defTabSz="864017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90000"/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Consolas" panose="020B0609020204030204" pitchFamily="49" charset="0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935996" indent="0" algn="l" defTabSz="864017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90000"/>
              <a:buFont typeface="Arial" panose="020B0604020202020204" pitchFamily="34" charset="0"/>
              <a:buNone/>
              <a:defRPr sz="1100" b="0" i="0" kern="1200">
                <a:solidFill>
                  <a:schemeClr val="tx1"/>
                </a:solidFill>
                <a:latin typeface="Consolas" panose="020B0609020204030204" pitchFamily="49" charset="0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2376046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8054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40062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070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de-CH" sz="1905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6503" y="180326"/>
            <a:ext cx="10667548" cy="65705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6503" y="991347"/>
            <a:ext cx="5333774" cy="5524351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/>
          <a:p>
            <a:pPr lvl="0"/>
            <a:r>
              <a:rPr lang="en-US" dirty="0"/>
              <a:t>First line of text</a:t>
            </a:r>
          </a:p>
          <a:p>
            <a:pPr lvl="1"/>
            <a:r>
              <a:rPr lang="en-US" dirty="0"/>
              <a:t>Subtitle</a:t>
            </a:r>
          </a:p>
          <a:p>
            <a:pPr lvl="2"/>
            <a:r>
              <a:rPr lang="en-US" dirty="0"/>
              <a:t>Sub-subtitle</a:t>
            </a:r>
          </a:p>
          <a:p>
            <a:pPr lvl="3"/>
            <a:r>
              <a:rPr lang="en-US" dirty="0"/>
              <a:t>Normally this should not be here</a:t>
            </a:r>
          </a:p>
          <a:p>
            <a:pPr lvl="4"/>
            <a:r>
              <a:rPr lang="en-US" dirty="0"/>
              <a:t>This level should not be used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3039F93-7DF2-60D6-16FF-CF97CC82260A}"/>
              </a:ext>
            </a:extLst>
          </p:cNvPr>
          <p:cNvSpPr/>
          <p:nvPr userDrawn="1"/>
        </p:nvSpPr>
        <p:spPr>
          <a:xfrm rot="2700000">
            <a:off x="11085905" y="380600"/>
            <a:ext cx="379300" cy="379294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CH" sz="1905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9CDF760-B7EB-2325-77A0-22D2F750C836}"/>
              </a:ext>
            </a:extLst>
          </p:cNvPr>
          <p:cNvSpPr/>
          <p:nvPr userDrawn="1"/>
        </p:nvSpPr>
        <p:spPr>
          <a:xfrm rot="2700000">
            <a:off x="11288321" y="229855"/>
            <a:ext cx="680796" cy="680785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CH" sz="1905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7EA5A80-7EE5-E82F-A70F-F148FEF3207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69708" y="149147"/>
            <a:ext cx="981397" cy="842200"/>
          </a:xfrm>
          <a:prstGeom prst="rect">
            <a:avLst/>
          </a:prstGeom>
          <a:ln w="66675">
            <a:noFill/>
          </a:ln>
        </p:spPr>
      </p:pic>
      <p:sp>
        <p:nvSpPr>
          <p:cNvPr id="15" name="Date Placeholder 12">
            <a:extLst>
              <a:ext uri="{FF2B5EF4-FFF2-40B4-BE49-F238E27FC236}">
                <a16:creationId xmlns:a16="http://schemas.microsoft.com/office/drawing/2014/main" id="{18D25101-8D3A-4FCE-AD45-EFF7381EEA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151021" y="6473766"/>
            <a:ext cx="6857709" cy="30676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376">
                <a:solidFill>
                  <a:schemeClr val="tx1"/>
                </a:solidFill>
                <a:latin typeface="+mn-lt"/>
                <a:ea typeface="Roboto Condensed Light" panose="02000000000000000000" pitchFamily="2" charset="0"/>
              </a:defRPr>
            </a:lvl1pPr>
          </a:lstStyle>
          <a:p>
            <a:fld id="{10CD0060-CF93-4A5C-B8B0-87FB8F1D783B}" type="datetime1">
              <a:rPr lang="zh-CN" altLang="en-US" smtClean="0"/>
              <a:t>2025/10/29</a:t>
            </a:fld>
            <a:endParaRPr lang="en-US" dirty="0"/>
          </a:p>
        </p:txBody>
      </p:sp>
      <p:sp>
        <p:nvSpPr>
          <p:cNvPr id="16" name="Slide Number Placeholder 13">
            <a:extLst>
              <a:ext uri="{FF2B5EF4-FFF2-40B4-BE49-F238E27FC236}">
                <a16:creationId xmlns:a16="http://schemas.microsoft.com/office/drawing/2014/main" id="{9FD5FD96-2F1C-A83C-31B3-F7A0C195B0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85676" y="6473766"/>
            <a:ext cx="598375" cy="3083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376">
                <a:solidFill>
                  <a:schemeClr val="tx1"/>
                </a:solidFill>
                <a:latin typeface="+mn-lt"/>
                <a:ea typeface="Roboto Condensed Light" panose="02000000000000000000" pitchFamily="2" charset="0"/>
              </a:defRPr>
            </a:lvl1pPr>
          </a:lstStyle>
          <a:p>
            <a:fld id="{33867F2A-E750-44E7-A740-D3E09DF683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69038FDA-08BA-A66A-1241-36A63C59580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6504" y="6517136"/>
            <a:ext cx="1170551" cy="195094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C5D4EFA1-A84C-F8AD-9799-5ACEE8E43DC7}"/>
              </a:ext>
            </a:extLst>
          </p:cNvPr>
          <p:cNvGrpSpPr/>
          <p:nvPr userDrawn="1"/>
        </p:nvGrpSpPr>
        <p:grpSpPr>
          <a:xfrm>
            <a:off x="1624922" y="6474583"/>
            <a:ext cx="1418460" cy="306766"/>
            <a:chOff x="3645356" y="188193"/>
            <a:chExt cx="5677387" cy="1227805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7D51C634-BBE7-C8AC-9A88-CD89B5500A4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8"/>
            <a:srcRect l="25668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CA97D5C1-9506-E7FC-7C0D-931DA2D5FC0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8"/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59177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7" r:id="rId3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3810" b="0" i="0" kern="1200" spc="-106" baseline="0">
          <a:ln w="15875" cmpd="sng">
            <a:noFill/>
            <a:round/>
          </a:ln>
          <a:solidFill>
            <a:schemeClr val="accent3"/>
          </a:solidFill>
          <a:latin typeface="+mj-lt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304795" indent="-304795" algn="l" defTabSz="761976" rtl="0" eaLnBrk="1" latinLnBrk="0" hangingPunct="1">
        <a:lnSpc>
          <a:spcPct val="100000"/>
        </a:lnSpc>
        <a:spcBef>
          <a:spcPts val="1270"/>
        </a:spcBef>
        <a:buClr>
          <a:schemeClr val="tx1"/>
        </a:buClr>
        <a:buSzPct val="90000"/>
        <a:buFont typeface="Arial" panose="020B0604020202020204" pitchFamily="34" charset="0"/>
        <a:buChar char="•"/>
        <a:defRPr sz="2540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1pPr>
      <a:lvl2pPr marL="533383" indent="-228597" algn="l" defTabSz="761976" rtl="0" eaLnBrk="1" latinLnBrk="0" hangingPunct="1">
        <a:lnSpc>
          <a:spcPct val="100000"/>
        </a:lnSpc>
        <a:spcBef>
          <a:spcPts val="635"/>
        </a:spcBef>
        <a:buClr>
          <a:schemeClr val="tx1"/>
        </a:buClr>
        <a:buSzPct val="90000"/>
        <a:buFont typeface="Arial" panose="020B0604020202020204" pitchFamily="34" charset="0"/>
        <a:buChar char="•"/>
        <a:defRPr sz="2117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2pPr>
      <a:lvl3pPr marL="761976" indent="-228597" algn="l" defTabSz="914389" rtl="0" eaLnBrk="1" latinLnBrk="0" hangingPunct="1">
        <a:lnSpc>
          <a:spcPct val="100000"/>
        </a:lnSpc>
        <a:spcBef>
          <a:spcPts val="635"/>
        </a:spcBef>
        <a:buClr>
          <a:schemeClr val="tx1"/>
        </a:buClr>
        <a:buSzPct val="90000"/>
        <a:buFont typeface="Arial" panose="020B0604020202020204" pitchFamily="34" charset="0"/>
        <a:buChar char="•"/>
        <a:defRPr sz="1905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3pPr>
      <a:lvl4pPr marL="990569" indent="-228597" algn="l" defTabSz="914389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90000"/>
        <a:buFont typeface="Arial" panose="020B0604020202020204" pitchFamily="34" charset="0"/>
        <a:buChar char="•"/>
        <a:defRPr sz="1270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4pPr>
      <a:lvl5pPr marL="1219162" indent="-228597" algn="l" defTabSz="914389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90000"/>
        <a:buFont typeface="Arial" panose="020B0604020202020204" pitchFamily="34" charset="0"/>
        <a:buChar char="•"/>
        <a:defRPr sz="1164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0185C48-6306-5EC2-5833-798EE3FE2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9E03D6-4E0F-CD5B-65CE-58078E6C4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E9DEC7-9859-D450-EB07-C2E53DA9A9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FFBC17-72B9-4EF5-8893-24FB2216744B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F4AC4B-B661-E2FC-4DB3-79722B5E7A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C9F46A-2F87-9023-31D2-586A58359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DD8BBF-345E-4024-ADB0-843CB582CC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0755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hizhang@iis.ee.ethz.ch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hyperlink" Target="mailto:tbenz@iis.ee.ethz.ch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>
            <a:spLocks noGrp="1"/>
          </p:cNvSpPr>
          <p:nvPr>
            <p:ph type="title"/>
          </p:nvPr>
        </p:nvSpPr>
        <p:spPr>
          <a:xfrm>
            <a:off x="381484" y="1723799"/>
            <a:ext cx="10957075" cy="737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800"/>
              <a:buFont typeface="Calibri"/>
              <a:buNone/>
            </a:pPr>
            <a:r>
              <a:rPr lang="en-US" dirty="0"/>
              <a:t>SoftHier Bi-Weekly Meeting</a:t>
            </a:r>
            <a:endParaRPr dirty="0"/>
          </a:p>
        </p:txBody>
      </p:sp>
      <p:sp>
        <p:nvSpPr>
          <p:cNvPr id="64" name="Google Shape;64;p1"/>
          <p:cNvSpPr txBox="1">
            <a:spLocks noGrp="1"/>
          </p:cNvSpPr>
          <p:nvPr>
            <p:ph type="body" idx="2"/>
          </p:nvPr>
        </p:nvSpPr>
        <p:spPr>
          <a:xfrm>
            <a:off x="381487" y="3441348"/>
            <a:ext cx="6095742" cy="2278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800" rIns="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90"/>
              <a:buNone/>
            </a:pP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Chi Zhang</a:t>
            </a:r>
            <a:r>
              <a:rPr lang="en-US"/>
              <a:t>		</a:t>
            </a:r>
            <a:r>
              <a:rPr lang="en-US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chizhang@iis.ee.ethz.ch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SzPts val="1890"/>
              <a:buNone/>
            </a:pP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Thomas Benz</a:t>
            </a:r>
            <a:r>
              <a:rPr lang="en-US"/>
              <a:t>	 	</a:t>
            </a:r>
            <a:r>
              <a:rPr lang="en-US" u="sng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tbenz@iis.ee.ethz.ch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SzPts val="1890"/>
              <a:buNone/>
            </a:pP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Luca Colagrande</a:t>
            </a:r>
            <a:r>
              <a:rPr lang="en-US"/>
              <a:t>	</a:t>
            </a:r>
            <a:r>
              <a:rPr lang="en-US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colluca@iis.ee.ethz.ch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SzPts val="1905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SzPts val="1905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29E31E05-EF31-6BC4-1F14-8E49AEF48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>
            <a:extLst>
              <a:ext uri="{FF2B5EF4-FFF2-40B4-BE49-F238E27FC236}">
                <a16:creationId xmlns:a16="http://schemas.microsoft.com/office/drawing/2014/main" id="{602A8F49-5639-813A-AD85-6CA3FEFF3948}"/>
              </a:ext>
            </a:extLst>
          </p:cNvPr>
          <p:cNvSpPr txBox="1"/>
          <p:nvPr/>
        </p:nvSpPr>
        <p:spPr>
          <a:xfrm>
            <a:off x="299070" y="170391"/>
            <a:ext cx="11638929" cy="620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accent3"/>
              </a:buClr>
              <a:buSzPts val="3600"/>
            </a:pPr>
            <a:r>
              <a:rPr lang="en-US" sz="3600" dirty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 Journal progress: LLM Kernels</a:t>
            </a:r>
            <a:endParaRPr sz="3600" b="0" i="0" u="none" strike="noStrike" cap="none" dirty="0">
              <a:solidFill>
                <a:srgbClr val="1686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22045B38-7C56-9DD5-AC0D-6283C0DE22F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0183" y="6583096"/>
            <a:ext cx="846138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95FB599-C818-B911-98ED-1A1CCECBB29E}"/>
              </a:ext>
            </a:extLst>
          </p:cNvPr>
          <p:cNvSpPr txBox="1">
            <a:spLocks/>
          </p:cNvSpPr>
          <p:nvPr/>
        </p:nvSpPr>
        <p:spPr>
          <a:xfrm>
            <a:off x="316499" y="685801"/>
            <a:ext cx="5779501" cy="5413247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>
            <a:lvl1pPr marL="304795" indent="-304795" algn="l" defTabSz="761976" rtl="0" eaLnBrk="1" latinLnBrk="0" hangingPunct="1">
              <a:lnSpc>
                <a:spcPct val="100000"/>
              </a:lnSpc>
              <a:spcBef>
                <a:spcPts val="1270"/>
              </a:spcBef>
              <a:buClrTx/>
              <a:buSzPct val="90000"/>
              <a:buFont typeface="Arial" panose="020B0604020202020204" pitchFamily="34" charset="0"/>
              <a:buChar char="•"/>
              <a:defRPr sz="254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533383" indent="-228597" algn="l" defTabSz="761976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2117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761976" indent="-228597" algn="l" defTabSz="914389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1905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990569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27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219162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164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2514569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64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58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52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35" dirty="0">
                <a:solidFill>
                  <a:srgbClr val="000000"/>
                </a:solidFill>
                <a:latin typeface="Calibri Light"/>
              </a:rPr>
              <a:t>Fully Parameterized Kernels</a:t>
            </a:r>
          </a:p>
          <a:p>
            <a:pPr lvl="1">
              <a:defRPr/>
            </a:pPr>
            <a:r>
              <a:rPr lang="en-US" altLang="zh-CN" sz="2012" dirty="0">
                <a:solidFill>
                  <a:srgbClr val="000000"/>
                </a:solidFill>
                <a:latin typeface="Calibri Light"/>
              </a:rPr>
              <a:t>Adapted to any tensor shapes</a:t>
            </a:r>
          </a:p>
          <a:p>
            <a:pPr>
              <a:defRPr/>
            </a:pPr>
            <a:r>
              <a:rPr lang="en-US" altLang="zh-CN" sz="2435" dirty="0">
                <a:solidFill>
                  <a:srgbClr val="000000"/>
                </a:solidFill>
                <a:latin typeface="Calibri Light"/>
              </a:rPr>
              <a:t>Numerical Check Enabled</a:t>
            </a:r>
          </a:p>
          <a:p>
            <a:pPr lvl="1">
              <a:defRPr/>
            </a:pPr>
            <a:r>
              <a:rPr lang="en-US" altLang="zh-CN" sz="2012" dirty="0">
                <a:solidFill>
                  <a:srgbClr val="000000"/>
                </a:solidFill>
                <a:latin typeface="Calibri Light"/>
              </a:rPr>
              <a:t>Compare with golden from </a:t>
            </a:r>
            <a:r>
              <a:rPr lang="en-US" altLang="zh-CN" sz="2012" dirty="0" err="1">
                <a:solidFill>
                  <a:srgbClr val="000000"/>
                </a:solidFill>
                <a:latin typeface="Calibri Light"/>
              </a:rPr>
              <a:t>pytorch</a:t>
            </a:r>
            <a:endParaRPr lang="en-US" altLang="zh-CN" sz="2012" dirty="0">
              <a:solidFill>
                <a:srgbClr val="000000"/>
              </a:solidFill>
              <a:latin typeface="Calibri Light"/>
            </a:endParaRPr>
          </a:p>
          <a:p>
            <a:pPr>
              <a:defRPr/>
            </a:pPr>
            <a:r>
              <a:rPr lang="en-US" altLang="zh-CN" sz="2435" dirty="0">
                <a:solidFill>
                  <a:srgbClr val="000000"/>
                </a:solidFill>
                <a:latin typeface="Calibri Light"/>
              </a:rPr>
              <a:t>Kernels for </a:t>
            </a:r>
            <a:r>
              <a:rPr lang="en-US" altLang="zh-CN" sz="2435" b="1" i="1" dirty="0">
                <a:solidFill>
                  <a:srgbClr val="000000"/>
                </a:solidFill>
                <a:latin typeface="Calibri Light"/>
              </a:rPr>
              <a:t>LLM and DeepSeek</a:t>
            </a:r>
          </a:p>
          <a:p>
            <a:pPr lvl="1">
              <a:defRPr/>
            </a:pPr>
            <a:r>
              <a:rPr lang="en-US" altLang="zh-CN" sz="1400" dirty="0">
                <a:solidFill>
                  <a:srgbClr val="000000"/>
                </a:solidFill>
                <a:latin typeface="Calibri Light"/>
              </a:rPr>
              <a:t>https://github.com/gvsoc/gvsoc/tree/soft_hier_je/implementation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246094-A822-9655-BDB5-81706DD9C2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4926"/>
          <a:stretch>
            <a:fillRect/>
          </a:stretch>
        </p:blipFill>
        <p:spPr>
          <a:xfrm>
            <a:off x="429767" y="3429000"/>
            <a:ext cx="5047489" cy="29766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2EFE398-59BA-FCF0-A51A-931C91541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7654" y="921650"/>
            <a:ext cx="5483995" cy="548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662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B105B0F5-E069-A2AA-A31E-3F9ED24A7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>
            <a:extLst>
              <a:ext uri="{FF2B5EF4-FFF2-40B4-BE49-F238E27FC236}">
                <a16:creationId xmlns:a16="http://schemas.microsoft.com/office/drawing/2014/main" id="{22E077D6-2549-974C-0EC3-CE29075434D9}"/>
              </a:ext>
            </a:extLst>
          </p:cNvPr>
          <p:cNvSpPr txBox="1"/>
          <p:nvPr/>
        </p:nvSpPr>
        <p:spPr>
          <a:xfrm>
            <a:off x="299070" y="170391"/>
            <a:ext cx="7617263" cy="620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accent3"/>
              </a:buClr>
              <a:buSzPts val="3600"/>
            </a:pPr>
            <a:r>
              <a:rPr lang="en-US" sz="3600" dirty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Kernels Update: HBM Direction Agnostic</a:t>
            </a:r>
            <a:endParaRPr sz="3600" b="0" i="0" u="none" strike="noStrike" cap="none" dirty="0">
              <a:solidFill>
                <a:srgbClr val="1686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931189B0-6279-8225-430D-CBC3FF5E03F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0183" y="6583096"/>
            <a:ext cx="846138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382D3BC-28F7-8B3F-B6EB-48191BA10FDB}"/>
              </a:ext>
            </a:extLst>
          </p:cNvPr>
          <p:cNvSpPr txBox="1">
            <a:spLocks/>
          </p:cNvSpPr>
          <p:nvPr/>
        </p:nvSpPr>
        <p:spPr>
          <a:xfrm>
            <a:off x="316499" y="685801"/>
            <a:ext cx="5779501" cy="813815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>
            <a:lvl1pPr marL="304795" indent="-304795" algn="l" defTabSz="761976" rtl="0" eaLnBrk="1" latinLnBrk="0" hangingPunct="1">
              <a:lnSpc>
                <a:spcPct val="100000"/>
              </a:lnSpc>
              <a:spcBef>
                <a:spcPts val="1270"/>
              </a:spcBef>
              <a:buClrTx/>
              <a:buSzPct val="90000"/>
              <a:buFont typeface="Arial" panose="020B0604020202020204" pitchFamily="34" charset="0"/>
              <a:buChar char="•"/>
              <a:defRPr sz="254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533383" indent="-228597" algn="l" defTabSz="761976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2117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761976" indent="-228597" algn="l" defTabSz="914389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1905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990569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27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219162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164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2514569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64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58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52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35" dirty="0">
                <a:solidFill>
                  <a:srgbClr val="000000"/>
                </a:solidFill>
                <a:latin typeface="Calibri Light"/>
              </a:rPr>
              <a:t>For </a:t>
            </a:r>
            <a:r>
              <a:rPr lang="en-US" altLang="zh-CN" sz="2435" dirty="0" err="1">
                <a:solidFill>
                  <a:srgbClr val="000000"/>
                </a:solidFill>
                <a:latin typeface="Calibri Light"/>
              </a:rPr>
              <a:t>FlatAttn</a:t>
            </a:r>
            <a:r>
              <a:rPr lang="en-US" altLang="zh-CN" sz="2435" dirty="0">
                <a:solidFill>
                  <a:srgbClr val="000000"/>
                </a:solidFill>
                <a:latin typeface="Calibri Light"/>
              </a:rPr>
              <a:t>, </a:t>
            </a:r>
            <a:r>
              <a:rPr lang="en-US" altLang="zh-CN" sz="2435" dirty="0" err="1">
                <a:solidFill>
                  <a:srgbClr val="000000"/>
                </a:solidFill>
                <a:latin typeface="Calibri Light"/>
              </a:rPr>
              <a:t>FlatMLA</a:t>
            </a:r>
            <a:r>
              <a:rPr lang="en-US" altLang="zh-CN" sz="2435" dirty="0">
                <a:solidFill>
                  <a:srgbClr val="000000"/>
                </a:solidFill>
                <a:latin typeface="Calibri Light"/>
              </a:rPr>
              <a:t>, GEMM</a:t>
            </a:r>
          </a:p>
          <a:p>
            <a:pPr lvl="1">
              <a:defRPr/>
            </a:pPr>
            <a:r>
              <a:rPr lang="en-US" altLang="zh-CN" sz="2012" dirty="0">
                <a:solidFill>
                  <a:srgbClr val="000000"/>
                </a:solidFill>
                <a:latin typeface="Calibri Light"/>
              </a:rPr>
              <a:t>load from HBM &amp; Multicast, reduction</a:t>
            </a:r>
          </a:p>
          <a:p>
            <a:pPr lvl="1">
              <a:defRPr/>
            </a:pPr>
            <a:endParaRPr lang="en-US" altLang="zh-CN" sz="2012" dirty="0">
              <a:solidFill>
                <a:srgbClr val="000000"/>
              </a:solidFill>
              <a:latin typeface="Calibri Light"/>
            </a:endParaRPr>
          </a:p>
          <a:p>
            <a:pPr lvl="1">
              <a:defRPr/>
            </a:pPr>
            <a:endParaRPr lang="en-US" altLang="zh-CN" sz="2012" dirty="0">
              <a:solidFill>
                <a:srgbClr val="000000"/>
              </a:solidFill>
              <a:latin typeface="Calibri Light"/>
            </a:endParaRPr>
          </a:p>
          <a:p>
            <a:pPr lvl="1">
              <a:defRPr/>
            </a:pPr>
            <a:endParaRPr lang="en-US" altLang="zh-CN" sz="2012" dirty="0">
              <a:solidFill>
                <a:srgbClr val="000000"/>
              </a:solidFill>
              <a:latin typeface="Calibri Light"/>
            </a:endParaRPr>
          </a:p>
          <a:p>
            <a:pPr lvl="1">
              <a:defRPr/>
            </a:pPr>
            <a:endParaRPr lang="en-US" altLang="zh-CN" sz="2012" dirty="0">
              <a:solidFill>
                <a:srgbClr val="000000"/>
              </a:solidFill>
              <a:latin typeface="Calibri Light"/>
            </a:endParaRPr>
          </a:p>
          <a:p>
            <a:pPr lvl="1">
              <a:defRPr/>
            </a:pPr>
            <a:endParaRPr lang="en-US" altLang="zh-CN" sz="2012" dirty="0">
              <a:solidFill>
                <a:srgbClr val="000000"/>
              </a:solidFill>
              <a:latin typeface="Calibri Light"/>
            </a:endParaRPr>
          </a:p>
          <a:p>
            <a:pPr lvl="1">
              <a:defRPr/>
            </a:pPr>
            <a:endParaRPr lang="en-US" altLang="zh-CN" sz="2012" dirty="0">
              <a:solidFill>
                <a:srgbClr val="000000"/>
              </a:solidFill>
              <a:latin typeface="Calibri Light"/>
            </a:endParaRPr>
          </a:p>
          <a:p>
            <a:pPr lvl="1">
              <a:defRPr/>
            </a:pPr>
            <a:endParaRPr lang="en-US" altLang="zh-CN" sz="2012" dirty="0">
              <a:solidFill>
                <a:srgbClr val="000000"/>
              </a:solidFill>
              <a:latin typeface="Calibri Light"/>
            </a:endParaRPr>
          </a:p>
          <a:p>
            <a:pPr lvl="1">
              <a:defRPr/>
            </a:pPr>
            <a:endParaRPr lang="en-US" altLang="zh-CN" sz="2012" dirty="0">
              <a:solidFill>
                <a:srgbClr val="000000"/>
              </a:solidFill>
              <a:latin typeface="Calibri Light"/>
            </a:endParaRPr>
          </a:p>
          <a:p>
            <a:pPr lvl="1">
              <a:defRPr/>
            </a:pPr>
            <a:endParaRPr lang="en-US" altLang="zh-CN" sz="2012" dirty="0">
              <a:solidFill>
                <a:srgbClr val="000000"/>
              </a:solidFill>
              <a:latin typeface="Calibri Light"/>
            </a:endParaRPr>
          </a:p>
          <a:p>
            <a:pPr marL="304786" lvl="1" indent="0">
              <a:buNone/>
              <a:defRPr/>
            </a:pPr>
            <a:endParaRPr lang="en-US" altLang="zh-CN" sz="2012" dirty="0">
              <a:solidFill>
                <a:srgbClr val="000000"/>
              </a:solidFill>
              <a:latin typeface="Calibri Light"/>
            </a:endParaRPr>
          </a:p>
          <a:p>
            <a:pPr lvl="1">
              <a:defRPr/>
            </a:pPr>
            <a:r>
              <a:rPr lang="en-US" altLang="zh-CN" sz="2012" dirty="0">
                <a:solidFill>
                  <a:srgbClr val="000000"/>
                </a:solidFill>
                <a:latin typeface="Calibri Light"/>
              </a:rPr>
              <a:t>We can fairly discuss different HBM locations without change much kernel code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45E42D-EC0E-F843-CC21-B89D224852F1}"/>
              </a:ext>
            </a:extLst>
          </p:cNvPr>
          <p:cNvSpPr/>
          <p:nvPr/>
        </p:nvSpPr>
        <p:spPr>
          <a:xfrm>
            <a:off x="426422" y="1883664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8FBE8D-B654-F0C3-7675-0A376A351DC4}"/>
              </a:ext>
            </a:extLst>
          </p:cNvPr>
          <p:cNvSpPr/>
          <p:nvPr/>
        </p:nvSpPr>
        <p:spPr>
          <a:xfrm>
            <a:off x="775672" y="1883664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DFD574-3EC8-3885-70ED-05E196CDD544}"/>
              </a:ext>
            </a:extLst>
          </p:cNvPr>
          <p:cNvSpPr/>
          <p:nvPr/>
        </p:nvSpPr>
        <p:spPr>
          <a:xfrm>
            <a:off x="426422" y="2228386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7D1219-4E04-9EAD-9672-F3C602F19A48}"/>
              </a:ext>
            </a:extLst>
          </p:cNvPr>
          <p:cNvSpPr/>
          <p:nvPr/>
        </p:nvSpPr>
        <p:spPr>
          <a:xfrm>
            <a:off x="775672" y="2228386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25A5A2-A1AF-A9A6-17FC-10273A75A190}"/>
              </a:ext>
            </a:extLst>
          </p:cNvPr>
          <p:cNvSpPr/>
          <p:nvPr/>
        </p:nvSpPr>
        <p:spPr>
          <a:xfrm>
            <a:off x="1124922" y="1883664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0A9901-783D-0B8A-20FC-6B8035864C67}"/>
              </a:ext>
            </a:extLst>
          </p:cNvPr>
          <p:cNvSpPr/>
          <p:nvPr/>
        </p:nvSpPr>
        <p:spPr>
          <a:xfrm>
            <a:off x="1474172" y="1883664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33120C-4D87-17CB-9B72-32F8FD2EC10E}"/>
              </a:ext>
            </a:extLst>
          </p:cNvPr>
          <p:cNvSpPr/>
          <p:nvPr/>
        </p:nvSpPr>
        <p:spPr>
          <a:xfrm>
            <a:off x="1823422" y="1883664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369098-8875-ED67-8AB9-41D1CC95668E}"/>
              </a:ext>
            </a:extLst>
          </p:cNvPr>
          <p:cNvSpPr/>
          <p:nvPr/>
        </p:nvSpPr>
        <p:spPr>
          <a:xfrm>
            <a:off x="2172672" y="1883664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C6F43D-C8C7-4551-0DF1-7A99D963B484}"/>
              </a:ext>
            </a:extLst>
          </p:cNvPr>
          <p:cNvSpPr/>
          <p:nvPr/>
        </p:nvSpPr>
        <p:spPr>
          <a:xfrm>
            <a:off x="2521922" y="1883664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569E17-DBBA-D029-DC79-8BC8BDC15C50}"/>
              </a:ext>
            </a:extLst>
          </p:cNvPr>
          <p:cNvSpPr/>
          <p:nvPr/>
        </p:nvSpPr>
        <p:spPr>
          <a:xfrm>
            <a:off x="2871172" y="1883664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F8DCD1-C24B-2CA9-A98A-A072E3053DD3}"/>
              </a:ext>
            </a:extLst>
          </p:cNvPr>
          <p:cNvSpPr/>
          <p:nvPr/>
        </p:nvSpPr>
        <p:spPr>
          <a:xfrm>
            <a:off x="1124922" y="2228386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08C6CA-5C35-F3EE-6186-A1E7E57AADF2}"/>
              </a:ext>
            </a:extLst>
          </p:cNvPr>
          <p:cNvSpPr/>
          <p:nvPr/>
        </p:nvSpPr>
        <p:spPr>
          <a:xfrm>
            <a:off x="1474172" y="2228386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820A83-D9D1-81DF-F1CE-746027014CE6}"/>
              </a:ext>
            </a:extLst>
          </p:cNvPr>
          <p:cNvSpPr/>
          <p:nvPr/>
        </p:nvSpPr>
        <p:spPr>
          <a:xfrm>
            <a:off x="1823422" y="2228386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442308-2052-7CD7-EA8A-5500F5B41684}"/>
              </a:ext>
            </a:extLst>
          </p:cNvPr>
          <p:cNvSpPr/>
          <p:nvPr/>
        </p:nvSpPr>
        <p:spPr>
          <a:xfrm>
            <a:off x="2172672" y="2228386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46F9C9-EB2A-6801-3F4D-36D1CB3636A1}"/>
              </a:ext>
            </a:extLst>
          </p:cNvPr>
          <p:cNvSpPr/>
          <p:nvPr/>
        </p:nvSpPr>
        <p:spPr>
          <a:xfrm>
            <a:off x="2521922" y="2228386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1CDC95-56BB-34D6-71A6-C5AF4668C45B}"/>
              </a:ext>
            </a:extLst>
          </p:cNvPr>
          <p:cNvSpPr/>
          <p:nvPr/>
        </p:nvSpPr>
        <p:spPr>
          <a:xfrm>
            <a:off x="2871172" y="2228386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393A3D8-B660-7874-F003-C2D1B87606DB}"/>
              </a:ext>
            </a:extLst>
          </p:cNvPr>
          <p:cNvSpPr/>
          <p:nvPr/>
        </p:nvSpPr>
        <p:spPr>
          <a:xfrm>
            <a:off x="426422" y="2573108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1F19F1A-F4EB-3C75-9C9B-A29DFE51EC2C}"/>
              </a:ext>
            </a:extLst>
          </p:cNvPr>
          <p:cNvSpPr/>
          <p:nvPr/>
        </p:nvSpPr>
        <p:spPr>
          <a:xfrm>
            <a:off x="775672" y="2573108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822C08-0162-5B8F-1EAC-A2E4EBBD04ED}"/>
              </a:ext>
            </a:extLst>
          </p:cNvPr>
          <p:cNvSpPr/>
          <p:nvPr/>
        </p:nvSpPr>
        <p:spPr>
          <a:xfrm>
            <a:off x="1124922" y="2573108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AA33C98-F566-2FF7-A0CF-B5A7D45DB312}"/>
              </a:ext>
            </a:extLst>
          </p:cNvPr>
          <p:cNvSpPr/>
          <p:nvPr/>
        </p:nvSpPr>
        <p:spPr>
          <a:xfrm>
            <a:off x="1474172" y="2573108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BF893C-7C96-931C-50E5-3AF3203BCA65}"/>
              </a:ext>
            </a:extLst>
          </p:cNvPr>
          <p:cNvSpPr/>
          <p:nvPr/>
        </p:nvSpPr>
        <p:spPr>
          <a:xfrm>
            <a:off x="1823422" y="2573108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935F961-04CF-3834-ABA4-21E7909A3452}"/>
              </a:ext>
            </a:extLst>
          </p:cNvPr>
          <p:cNvSpPr/>
          <p:nvPr/>
        </p:nvSpPr>
        <p:spPr>
          <a:xfrm>
            <a:off x="2172672" y="2573108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BF70ADD-822B-269A-43D2-62149C7734ED}"/>
              </a:ext>
            </a:extLst>
          </p:cNvPr>
          <p:cNvSpPr/>
          <p:nvPr/>
        </p:nvSpPr>
        <p:spPr>
          <a:xfrm>
            <a:off x="2521922" y="2573108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EE6BA0F-E540-3DAC-5740-1E5CFC626ED9}"/>
              </a:ext>
            </a:extLst>
          </p:cNvPr>
          <p:cNvSpPr/>
          <p:nvPr/>
        </p:nvSpPr>
        <p:spPr>
          <a:xfrm>
            <a:off x="2871172" y="2573108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C5CF6F8-E31C-BADB-EC1D-AB3E3B473643}"/>
              </a:ext>
            </a:extLst>
          </p:cNvPr>
          <p:cNvSpPr/>
          <p:nvPr/>
        </p:nvSpPr>
        <p:spPr>
          <a:xfrm>
            <a:off x="426422" y="2917830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FCA869E-81DC-8178-A729-1F2FF3BB5B47}"/>
              </a:ext>
            </a:extLst>
          </p:cNvPr>
          <p:cNvSpPr/>
          <p:nvPr/>
        </p:nvSpPr>
        <p:spPr>
          <a:xfrm>
            <a:off x="775672" y="2917830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5EB8CC1-611D-D30A-7674-9D26FE09B038}"/>
              </a:ext>
            </a:extLst>
          </p:cNvPr>
          <p:cNvSpPr/>
          <p:nvPr/>
        </p:nvSpPr>
        <p:spPr>
          <a:xfrm>
            <a:off x="1124922" y="2917830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438CA56-0B7C-85FD-0C70-6F6B0F6860A9}"/>
              </a:ext>
            </a:extLst>
          </p:cNvPr>
          <p:cNvSpPr/>
          <p:nvPr/>
        </p:nvSpPr>
        <p:spPr>
          <a:xfrm>
            <a:off x="1474172" y="2917830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3B6B701-3B13-E8C6-2BBD-98511DE4A394}"/>
              </a:ext>
            </a:extLst>
          </p:cNvPr>
          <p:cNvSpPr/>
          <p:nvPr/>
        </p:nvSpPr>
        <p:spPr>
          <a:xfrm>
            <a:off x="1823422" y="2917830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5583318-0203-9322-76D5-44324FC83544}"/>
              </a:ext>
            </a:extLst>
          </p:cNvPr>
          <p:cNvSpPr/>
          <p:nvPr/>
        </p:nvSpPr>
        <p:spPr>
          <a:xfrm>
            <a:off x="2172672" y="2917830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222D7C7-D367-1711-FA91-DB069BEF6069}"/>
              </a:ext>
            </a:extLst>
          </p:cNvPr>
          <p:cNvSpPr/>
          <p:nvPr/>
        </p:nvSpPr>
        <p:spPr>
          <a:xfrm>
            <a:off x="2521922" y="2917830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4BF175D-DECB-B11A-6649-1D26B847195F}"/>
              </a:ext>
            </a:extLst>
          </p:cNvPr>
          <p:cNvSpPr/>
          <p:nvPr/>
        </p:nvSpPr>
        <p:spPr>
          <a:xfrm>
            <a:off x="2871172" y="2917830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F2CFA9B-4457-D3E2-5756-EB90CBB101A3}"/>
              </a:ext>
            </a:extLst>
          </p:cNvPr>
          <p:cNvSpPr/>
          <p:nvPr/>
        </p:nvSpPr>
        <p:spPr>
          <a:xfrm>
            <a:off x="426422" y="3262552"/>
            <a:ext cx="262724" cy="262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1424232-7BED-3D35-1BEF-E78638591914}"/>
              </a:ext>
            </a:extLst>
          </p:cNvPr>
          <p:cNvSpPr/>
          <p:nvPr/>
        </p:nvSpPr>
        <p:spPr>
          <a:xfrm>
            <a:off x="775672" y="3262552"/>
            <a:ext cx="262724" cy="262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6CAADB1-7938-4087-87BA-F03D02E94190}"/>
              </a:ext>
            </a:extLst>
          </p:cNvPr>
          <p:cNvSpPr/>
          <p:nvPr/>
        </p:nvSpPr>
        <p:spPr>
          <a:xfrm>
            <a:off x="1124922" y="3262552"/>
            <a:ext cx="262724" cy="262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E0C6EB3-EEC3-F142-CC5A-559E76C1C26A}"/>
              </a:ext>
            </a:extLst>
          </p:cNvPr>
          <p:cNvSpPr/>
          <p:nvPr/>
        </p:nvSpPr>
        <p:spPr>
          <a:xfrm>
            <a:off x="1474172" y="3262552"/>
            <a:ext cx="262724" cy="262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4D742F8-2C4D-EB42-1EC9-2D3143630803}"/>
              </a:ext>
            </a:extLst>
          </p:cNvPr>
          <p:cNvSpPr/>
          <p:nvPr/>
        </p:nvSpPr>
        <p:spPr>
          <a:xfrm>
            <a:off x="1823422" y="3262552"/>
            <a:ext cx="262724" cy="262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D022866-3A5B-28BB-DC39-894120B28D14}"/>
              </a:ext>
            </a:extLst>
          </p:cNvPr>
          <p:cNvSpPr/>
          <p:nvPr/>
        </p:nvSpPr>
        <p:spPr>
          <a:xfrm>
            <a:off x="2172672" y="3262552"/>
            <a:ext cx="262724" cy="262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773BB5E-D5F0-838A-16A4-8F7EDBE9F951}"/>
              </a:ext>
            </a:extLst>
          </p:cNvPr>
          <p:cNvSpPr/>
          <p:nvPr/>
        </p:nvSpPr>
        <p:spPr>
          <a:xfrm>
            <a:off x="2521922" y="3262552"/>
            <a:ext cx="262724" cy="262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99AC8FE-4C9F-E202-E0EA-39EE0A81976C}"/>
              </a:ext>
            </a:extLst>
          </p:cNvPr>
          <p:cNvSpPr/>
          <p:nvPr/>
        </p:nvSpPr>
        <p:spPr>
          <a:xfrm>
            <a:off x="2871172" y="3262552"/>
            <a:ext cx="262724" cy="262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AACAA47-496B-FB50-5D8F-213323F1C5C1}"/>
              </a:ext>
            </a:extLst>
          </p:cNvPr>
          <p:cNvSpPr/>
          <p:nvPr/>
        </p:nvSpPr>
        <p:spPr>
          <a:xfrm>
            <a:off x="426422" y="3607274"/>
            <a:ext cx="262724" cy="262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5685A07-C80E-C0E8-A3A4-E46C6EB0E20F}"/>
              </a:ext>
            </a:extLst>
          </p:cNvPr>
          <p:cNvSpPr/>
          <p:nvPr/>
        </p:nvSpPr>
        <p:spPr>
          <a:xfrm>
            <a:off x="775672" y="3607274"/>
            <a:ext cx="262724" cy="262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A9DF48E-F290-823E-3B49-FC1DEC15CFCD}"/>
              </a:ext>
            </a:extLst>
          </p:cNvPr>
          <p:cNvSpPr/>
          <p:nvPr/>
        </p:nvSpPr>
        <p:spPr>
          <a:xfrm>
            <a:off x="1124922" y="3607274"/>
            <a:ext cx="262724" cy="262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0B02BD2-926A-507D-9A6C-748055C3ECC0}"/>
              </a:ext>
            </a:extLst>
          </p:cNvPr>
          <p:cNvSpPr/>
          <p:nvPr/>
        </p:nvSpPr>
        <p:spPr>
          <a:xfrm>
            <a:off x="1474172" y="3607274"/>
            <a:ext cx="262724" cy="262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59C43D0-A96B-121A-AE29-6AE7525C97B9}"/>
              </a:ext>
            </a:extLst>
          </p:cNvPr>
          <p:cNvSpPr/>
          <p:nvPr/>
        </p:nvSpPr>
        <p:spPr>
          <a:xfrm>
            <a:off x="1823422" y="3607274"/>
            <a:ext cx="262724" cy="262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95C547C-AE3E-E9CF-DA32-34A52593D8F7}"/>
              </a:ext>
            </a:extLst>
          </p:cNvPr>
          <p:cNvSpPr/>
          <p:nvPr/>
        </p:nvSpPr>
        <p:spPr>
          <a:xfrm>
            <a:off x="2172672" y="3607274"/>
            <a:ext cx="262724" cy="262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8DEA889-947E-3A7D-D48D-DDF75E6FA7A9}"/>
              </a:ext>
            </a:extLst>
          </p:cNvPr>
          <p:cNvSpPr/>
          <p:nvPr/>
        </p:nvSpPr>
        <p:spPr>
          <a:xfrm>
            <a:off x="2521922" y="3607274"/>
            <a:ext cx="262724" cy="262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A988049-C655-6626-FF6C-1DD3E9DD02E9}"/>
              </a:ext>
            </a:extLst>
          </p:cNvPr>
          <p:cNvSpPr/>
          <p:nvPr/>
        </p:nvSpPr>
        <p:spPr>
          <a:xfrm>
            <a:off x="2871172" y="3607274"/>
            <a:ext cx="262724" cy="262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98AC8C1-99FD-1B11-D8B2-19DFFEB4D3D5}"/>
              </a:ext>
            </a:extLst>
          </p:cNvPr>
          <p:cNvSpPr/>
          <p:nvPr/>
        </p:nvSpPr>
        <p:spPr>
          <a:xfrm>
            <a:off x="426422" y="3951996"/>
            <a:ext cx="262724" cy="262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938F150-9571-0E60-78F8-1B6E19AE56A7}"/>
              </a:ext>
            </a:extLst>
          </p:cNvPr>
          <p:cNvSpPr/>
          <p:nvPr/>
        </p:nvSpPr>
        <p:spPr>
          <a:xfrm>
            <a:off x="775672" y="3951996"/>
            <a:ext cx="262724" cy="262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2E4BA30-720E-A043-48A6-13DA699FDC46}"/>
              </a:ext>
            </a:extLst>
          </p:cNvPr>
          <p:cNvSpPr/>
          <p:nvPr/>
        </p:nvSpPr>
        <p:spPr>
          <a:xfrm>
            <a:off x="1124922" y="3951996"/>
            <a:ext cx="262724" cy="262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2A1C49A-D81B-159C-83E1-838C3518991E}"/>
              </a:ext>
            </a:extLst>
          </p:cNvPr>
          <p:cNvSpPr/>
          <p:nvPr/>
        </p:nvSpPr>
        <p:spPr>
          <a:xfrm>
            <a:off x="1474172" y="3951996"/>
            <a:ext cx="262724" cy="262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FC4F82A-1E58-63B4-997C-FE831D2B5BDD}"/>
              </a:ext>
            </a:extLst>
          </p:cNvPr>
          <p:cNvSpPr/>
          <p:nvPr/>
        </p:nvSpPr>
        <p:spPr>
          <a:xfrm>
            <a:off x="1823422" y="3951996"/>
            <a:ext cx="262724" cy="262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972AB37-8B4D-543F-E3E5-886C54E8497A}"/>
              </a:ext>
            </a:extLst>
          </p:cNvPr>
          <p:cNvSpPr/>
          <p:nvPr/>
        </p:nvSpPr>
        <p:spPr>
          <a:xfrm>
            <a:off x="2172672" y="3951996"/>
            <a:ext cx="262724" cy="262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52E99EC-4149-6B37-D2F4-B61E01C1CD1A}"/>
              </a:ext>
            </a:extLst>
          </p:cNvPr>
          <p:cNvSpPr/>
          <p:nvPr/>
        </p:nvSpPr>
        <p:spPr>
          <a:xfrm>
            <a:off x="2521922" y="3951996"/>
            <a:ext cx="262724" cy="262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0AE0219-0E08-FC05-D1B1-16C551417ABD}"/>
              </a:ext>
            </a:extLst>
          </p:cNvPr>
          <p:cNvSpPr/>
          <p:nvPr/>
        </p:nvSpPr>
        <p:spPr>
          <a:xfrm>
            <a:off x="2871172" y="3951996"/>
            <a:ext cx="262724" cy="262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2BE22E9-69A6-4364-266D-3A91A64D8A04}"/>
              </a:ext>
            </a:extLst>
          </p:cNvPr>
          <p:cNvSpPr/>
          <p:nvPr/>
        </p:nvSpPr>
        <p:spPr>
          <a:xfrm>
            <a:off x="426422" y="4296718"/>
            <a:ext cx="262724" cy="262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49EBED3-8C16-F138-D7B1-A749194D34BA}"/>
              </a:ext>
            </a:extLst>
          </p:cNvPr>
          <p:cNvSpPr/>
          <p:nvPr/>
        </p:nvSpPr>
        <p:spPr>
          <a:xfrm>
            <a:off x="775672" y="4296718"/>
            <a:ext cx="262724" cy="262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F36570A-5B5D-9D68-408A-5DE255BF49B4}"/>
              </a:ext>
            </a:extLst>
          </p:cNvPr>
          <p:cNvSpPr/>
          <p:nvPr/>
        </p:nvSpPr>
        <p:spPr>
          <a:xfrm>
            <a:off x="1124922" y="4296718"/>
            <a:ext cx="262724" cy="262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5622DAD-0BB2-CFF7-CDA0-2F7F08A6951E}"/>
              </a:ext>
            </a:extLst>
          </p:cNvPr>
          <p:cNvSpPr/>
          <p:nvPr/>
        </p:nvSpPr>
        <p:spPr>
          <a:xfrm>
            <a:off x="1474172" y="4296718"/>
            <a:ext cx="262724" cy="262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D080A4B-4231-9DFA-C40D-2E88B797085D}"/>
              </a:ext>
            </a:extLst>
          </p:cNvPr>
          <p:cNvSpPr/>
          <p:nvPr/>
        </p:nvSpPr>
        <p:spPr>
          <a:xfrm>
            <a:off x="1823422" y="4296718"/>
            <a:ext cx="262724" cy="262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9FFC5A8-7022-5620-3333-B0393E8824C8}"/>
              </a:ext>
            </a:extLst>
          </p:cNvPr>
          <p:cNvSpPr/>
          <p:nvPr/>
        </p:nvSpPr>
        <p:spPr>
          <a:xfrm>
            <a:off x="2172672" y="4296718"/>
            <a:ext cx="262724" cy="262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36394B0-2E87-C33B-D334-E9A9F6A549D9}"/>
              </a:ext>
            </a:extLst>
          </p:cNvPr>
          <p:cNvSpPr/>
          <p:nvPr/>
        </p:nvSpPr>
        <p:spPr>
          <a:xfrm>
            <a:off x="2521922" y="4296718"/>
            <a:ext cx="262724" cy="262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F8FD6DF-A1C5-93CD-7495-27C0D72D3494}"/>
              </a:ext>
            </a:extLst>
          </p:cNvPr>
          <p:cNvSpPr/>
          <p:nvPr/>
        </p:nvSpPr>
        <p:spPr>
          <a:xfrm>
            <a:off x="2871172" y="4296718"/>
            <a:ext cx="262724" cy="262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CBC1783-0699-5450-D49A-A8DFE02B747F}"/>
              </a:ext>
            </a:extLst>
          </p:cNvPr>
          <p:cNvSpPr/>
          <p:nvPr/>
        </p:nvSpPr>
        <p:spPr>
          <a:xfrm>
            <a:off x="4953630" y="1883664"/>
            <a:ext cx="262724" cy="262724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D445D74-1FFD-79FC-0137-B1D13552B653}"/>
              </a:ext>
            </a:extLst>
          </p:cNvPr>
          <p:cNvSpPr/>
          <p:nvPr/>
        </p:nvSpPr>
        <p:spPr>
          <a:xfrm>
            <a:off x="5302880" y="1883664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CBB78AD-B93C-8558-1F8A-3B1E8C08D0CB}"/>
              </a:ext>
            </a:extLst>
          </p:cNvPr>
          <p:cNvSpPr/>
          <p:nvPr/>
        </p:nvSpPr>
        <p:spPr>
          <a:xfrm>
            <a:off x="4953630" y="2228386"/>
            <a:ext cx="262724" cy="262724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EC842BB-2244-AD58-B7F5-4BC18772DBCC}"/>
              </a:ext>
            </a:extLst>
          </p:cNvPr>
          <p:cNvSpPr/>
          <p:nvPr/>
        </p:nvSpPr>
        <p:spPr>
          <a:xfrm>
            <a:off x="5302880" y="2228386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718CCE9-A0EE-E92F-7176-42C0B9595606}"/>
              </a:ext>
            </a:extLst>
          </p:cNvPr>
          <p:cNvSpPr/>
          <p:nvPr/>
        </p:nvSpPr>
        <p:spPr>
          <a:xfrm>
            <a:off x="5652130" y="1883664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2CC68B7-CAE2-6EC4-F267-7979C2512F8C}"/>
              </a:ext>
            </a:extLst>
          </p:cNvPr>
          <p:cNvSpPr/>
          <p:nvPr/>
        </p:nvSpPr>
        <p:spPr>
          <a:xfrm>
            <a:off x="6001380" y="1883664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FA2FFA0-AC94-9257-58D3-7F60083DB606}"/>
              </a:ext>
            </a:extLst>
          </p:cNvPr>
          <p:cNvSpPr/>
          <p:nvPr/>
        </p:nvSpPr>
        <p:spPr>
          <a:xfrm>
            <a:off x="6350630" y="1883664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5E88F3B-A986-5339-2010-6724479380E5}"/>
              </a:ext>
            </a:extLst>
          </p:cNvPr>
          <p:cNvSpPr/>
          <p:nvPr/>
        </p:nvSpPr>
        <p:spPr>
          <a:xfrm>
            <a:off x="6699880" y="1883664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B34B8B2-52D9-4EFE-C051-9A27C53453FE}"/>
              </a:ext>
            </a:extLst>
          </p:cNvPr>
          <p:cNvSpPr/>
          <p:nvPr/>
        </p:nvSpPr>
        <p:spPr>
          <a:xfrm>
            <a:off x="7049130" y="1883664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A4CC654D-BADB-FB31-8919-D51748E5C001}"/>
              </a:ext>
            </a:extLst>
          </p:cNvPr>
          <p:cNvSpPr/>
          <p:nvPr/>
        </p:nvSpPr>
        <p:spPr>
          <a:xfrm>
            <a:off x="7398380" y="1883664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DDF656A-EF45-A8AB-B834-25367159306F}"/>
              </a:ext>
            </a:extLst>
          </p:cNvPr>
          <p:cNvSpPr/>
          <p:nvPr/>
        </p:nvSpPr>
        <p:spPr>
          <a:xfrm>
            <a:off x="5652130" y="2228386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5632301-E5D6-0206-2DF8-6AF2276D3446}"/>
              </a:ext>
            </a:extLst>
          </p:cNvPr>
          <p:cNvSpPr/>
          <p:nvPr/>
        </p:nvSpPr>
        <p:spPr>
          <a:xfrm>
            <a:off x="6001380" y="2228386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F5C266D-2A24-2E0F-4D24-B094BACD383A}"/>
              </a:ext>
            </a:extLst>
          </p:cNvPr>
          <p:cNvSpPr/>
          <p:nvPr/>
        </p:nvSpPr>
        <p:spPr>
          <a:xfrm>
            <a:off x="6350630" y="2228386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B62A6C5-6604-797C-5C86-AD2F39875BCB}"/>
              </a:ext>
            </a:extLst>
          </p:cNvPr>
          <p:cNvSpPr/>
          <p:nvPr/>
        </p:nvSpPr>
        <p:spPr>
          <a:xfrm>
            <a:off x="6699880" y="2228386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16945D7-676B-E31A-66E4-F66DAEE36F8D}"/>
              </a:ext>
            </a:extLst>
          </p:cNvPr>
          <p:cNvSpPr/>
          <p:nvPr/>
        </p:nvSpPr>
        <p:spPr>
          <a:xfrm>
            <a:off x="7049130" y="2228386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59F4028-5E11-19BA-309C-1695DFEB9D26}"/>
              </a:ext>
            </a:extLst>
          </p:cNvPr>
          <p:cNvSpPr/>
          <p:nvPr/>
        </p:nvSpPr>
        <p:spPr>
          <a:xfrm>
            <a:off x="7398380" y="2228386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2F5D1C2-C89A-0ADB-45BB-D3D296FB6B4B}"/>
              </a:ext>
            </a:extLst>
          </p:cNvPr>
          <p:cNvSpPr/>
          <p:nvPr/>
        </p:nvSpPr>
        <p:spPr>
          <a:xfrm>
            <a:off x="4953630" y="2573108"/>
            <a:ext cx="262724" cy="262724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60FCA284-8FFD-472E-CE83-1CD9C8842FC2}"/>
              </a:ext>
            </a:extLst>
          </p:cNvPr>
          <p:cNvSpPr/>
          <p:nvPr/>
        </p:nvSpPr>
        <p:spPr>
          <a:xfrm>
            <a:off x="5302880" y="2573108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B27C607-E974-2E3F-BAA8-D6BB1CA559C0}"/>
              </a:ext>
            </a:extLst>
          </p:cNvPr>
          <p:cNvSpPr/>
          <p:nvPr/>
        </p:nvSpPr>
        <p:spPr>
          <a:xfrm>
            <a:off x="5652130" y="2573108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BBD31257-338C-1090-C3B5-1A1F9BC9A455}"/>
              </a:ext>
            </a:extLst>
          </p:cNvPr>
          <p:cNvSpPr/>
          <p:nvPr/>
        </p:nvSpPr>
        <p:spPr>
          <a:xfrm>
            <a:off x="6001380" y="2573108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530A6FF9-3E49-A246-43CC-CFC483F3DD45}"/>
              </a:ext>
            </a:extLst>
          </p:cNvPr>
          <p:cNvSpPr/>
          <p:nvPr/>
        </p:nvSpPr>
        <p:spPr>
          <a:xfrm>
            <a:off x="6350630" y="2573108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F33FC3F7-4598-472E-C358-DB19F3FF1CE9}"/>
              </a:ext>
            </a:extLst>
          </p:cNvPr>
          <p:cNvSpPr/>
          <p:nvPr/>
        </p:nvSpPr>
        <p:spPr>
          <a:xfrm>
            <a:off x="6699880" y="2573108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16CE9FC-E61F-4F52-8465-5056C3AC8875}"/>
              </a:ext>
            </a:extLst>
          </p:cNvPr>
          <p:cNvSpPr/>
          <p:nvPr/>
        </p:nvSpPr>
        <p:spPr>
          <a:xfrm>
            <a:off x="7049130" y="2573108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5888B03F-2654-9F0B-15AD-DC228938E913}"/>
              </a:ext>
            </a:extLst>
          </p:cNvPr>
          <p:cNvSpPr/>
          <p:nvPr/>
        </p:nvSpPr>
        <p:spPr>
          <a:xfrm>
            <a:off x="7398380" y="2573108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15F903F9-0459-42E2-5519-89ECED1BC886}"/>
              </a:ext>
            </a:extLst>
          </p:cNvPr>
          <p:cNvSpPr/>
          <p:nvPr/>
        </p:nvSpPr>
        <p:spPr>
          <a:xfrm>
            <a:off x="4953630" y="2917830"/>
            <a:ext cx="262724" cy="262724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186EDCE-426C-9172-0B0F-0ED4E7C86940}"/>
              </a:ext>
            </a:extLst>
          </p:cNvPr>
          <p:cNvSpPr/>
          <p:nvPr/>
        </p:nvSpPr>
        <p:spPr>
          <a:xfrm>
            <a:off x="5302880" y="2917830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837C2AC-9BAC-2C88-55B0-40BCC207568D}"/>
              </a:ext>
            </a:extLst>
          </p:cNvPr>
          <p:cNvSpPr/>
          <p:nvPr/>
        </p:nvSpPr>
        <p:spPr>
          <a:xfrm>
            <a:off x="5652130" y="2917830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FDE0FF4A-76AE-A14A-F0D7-DD3E52B750EA}"/>
              </a:ext>
            </a:extLst>
          </p:cNvPr>
          <p:cNvSpPr/>
          <p:nvPr/>
        </p:nvSpPr>
        <p:spPr>
          <a:xfrm>
            <a:off x="6001380" y="2917830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1D4B3D06-9EA0-7BD0-2180-399C6F755458}"/>
              </a:ext>
            </a:extLst>
          </p:cNvPr>
          <p:cNvSpPr/>
          <p:nvPr/>
        </p:nvSpPr>
        <p:spPr>
          <a:xfrm>
            <a:off x="6350630" y="2917830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B73A019-F98F-565C-5745-62170DE0E4AB}"/>
              </a:ext>
            </a:extLst>
          </p:cNvPr>
          <p:cNvSpPr/>
          <p:nvPr/>
        </p:nvSpPr>
        <p:spPr>
          <a:xfrm>
            <a:off x="6699880" y="2917830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31DD3E52-E8F7-427F-4E2A-DE02DDCE49EF}"/>
              </a:ext>
            </a:extLst>
          </p:cNvPr>
          <p:cNvSpPr/>
          <p:nvPr/>
        </p:nvSpPr>
        <p:spPr>
          <a:xfrm>
            <a:off x="7049130" y="2917830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E17B2878-A0E3-F57D-8B58-47E8E9A6BD72}"/>
              </a:ext>
            </a:extLst>
          </p:cNvPr>
          <p:cNvSpPr/>
          <p:nvPr/>
        </p:nvSpPr>
        <p:spPr>
          <a:xfrm>
            <a:off x="7398380" y="2917830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C138E048-3772-94D5-A5CB-40C316E75AEF}"/>
              </a:ext>
            </a:extLst>
          </p:cNvPr>
          <p:cNvCxnSpPr>
            <a:stCxn id="70" idx="3"/>
            <a:endCxn id="80" idx="1"/>
          </p:cNvCxnSpPr>
          <p:nvPr/>
        </p:nvCxnSpPr>
        <p:spPr>
          <a:xfrm>
            <a:off x="5216354" y="2015026"/>
            <a:ext cx="21820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BE356C4C-5AB3-B827-B918-B620F147A165}"/>
              </a:ext>
            </a:extLst>
          </p:cNvPr>
          <p:cNvCxnSpPr/>
          <p:nvPr/>
        </p:nvCxnSpPr>
        <p:spPr>
          <a:xfrm>
            <a:off x="5216354" y="2370626"/>
            <a:ext cx="21820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BB1E7BA3-B075-1E83-CCCF-AB84B29D5E03}"/>
              </a:ext>
            </a:extLst>
          </p:cNvPr>
          <p:cNvCxnSpPr/>
          <p:nvPr/>
        </p:nvCxnSpPr>
        <p:spPr>
          <a:xfrm>
            <a:off x="5216354" y="2726226"/>
            <a:ext cx="21820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06B080E9-BF66-8DF4-18E2-83C309CA4866}"/>
              </a:ext>
            </a:extLst>
          </p:cNvPr>
          <p:cNvCxnSpPr/>
          <p:nvPr/>
        </p:nvCxnSpPr>
        <p:spPr>
          <a:xfrm>
            <a:off x="5216354" y="3056426"/>
            <a:ext cx="21820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0BD9F709-22FB-B386-E83E-C71E82F3D86B}"/>
              </a:ext>
            </a:extLst>
          </p:cNvPr>
          <p:cNvGrpSpPr/>
          <p:nvPr/>
        </p:nvGrpSpPr>
        <p:grpSpPr>
          <a:xfrm>
            <a:off x="4594054" y="2015026"/>
            <a:ext cx="310810" cy="1041400"/>
            <a:chOff x="7362996" y="2015026"/>
            <a:chExt cx="2182026" cy="1041400"/>
          </a:xfrm>
        </p:grpSpPr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109CA743-E95D-3751-07DA-073F67CE46AE}"/>
                </a:ext>
              </a:extLst>
            </p:cNvPr>
            <p:cNvCxnSpPr/>
            <p:nvPr/>
          </p:nvCxnSpPr>
          <p:spPr>
            <a:xfrm>
              <a:off x="7362996" y="2015026"/>
              <a:ext cx="2182026" cy="0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59267EA9-DD00-870E-17B4-1EE73429D9DF}"/>
                </a:ext>
              </a:extLst>
            </p:cNvPr>
            <p:cNvCxnSpPr/>
            <p:nvPr/>
          </p:nvCxnSpPr>
          <p:spPr>
            <a:xfrm>
              <a:off x="7362996" y="2370626"/>
              <a:ext cx="2182026" cy="0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0C3C9F36-7D5A-1255-7FC2-49753B1CF3F9}"/>
                </a:ext>
              </a:extLst>
            </p:cNvPr>
            <p:cNvCxnSpPr/>
            <p:nvPr/>
          </p:nvCxnSpPr>
          <p:spPr>
            <a:xfrm>
              <a:off x="7362996" y="2726226"/>
              <a:ext cx="2182026" cy="0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6A1ED180-E776-7ADD-C498-FFAE5A00B817}"/>
                </a:ext>
              </a:extLst>
            </p:cNvPr>
            <p:cNvCxnSpPr/>
            <p:nvPr/>
          </p:nvCxnSpPr>
          <p:spPr>
            <a:xfrm>
              <a:off x="7362996" y="3056426"/>
              <a:ext cx="2182026" cy="0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6" name="TextBox 115">
            <a:extLst>
              <a:ext uri="{FF2B5EF4-FFF2-40B4-BE49-F238E27FC236}">
                <a16:creationId xmlns:a16="http://schemas.microsoft.com/office/drawing/2014/main" id="{0B057A5B-8C01-6708-D128-D2DD95240312}"/>
              </a:ext>
            </a:extLst>
          </p:cNvPr>
          <p:cNvSpPr txBox="1"/>
          <p:nvPr/>
        </p:nvSpPr>
        <p:spPr>
          <a:xfrm rot="5400000">
            <a:off x="3928998" y="2419219"/>
            <a:ext cx="10429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accent3"/>
                </a:solidFill>
                <a:latin typeface="Calibri Light"/>
              </a:rPr>
              <a:t>West HBM</a:t>
            </a:r>
            <a:endParaRPr lang="en-CH" b="1" dirty="0">
              <a:solidFill>
                <a:schemeClr val="accent3"/>
              </a:solidFill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A67438EB-278A-EA2F-DC26-5010F1F28187}"/>
              </a:ext>
            </a:extLst>
          </p:cNvPr>
          <p:cNvSpPr/>
          <p:nvPr/>
        </p:nvSpPr>
        <p:spPr>
          <a:xfrm>
            <a:off x="4953630" y="3474241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1203078C-D28B-D922-B87F-F63507FAB64A}"/>
              </a:ext>
            </a:extLst>
          </p:cNvPr>
          <p:cNvSpPr/>
          <p:nvPr/>
        </p:nvSpPr>
        <p:spPr>
          <a:xfrm>
            <a:off x="5302880" y="3474241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A0345B31-CF10-EBEB-A768-19A50159D9B6}"/>
              </a:ext>
            </a:extLst>
          </p:cNvPr>
          <p:cNvSpPr/>
          <p:nvPr/>
        </p:nvSpPr>
        <p:spPr>
          <a:xfrm>
            <a:off x="4953630" y="3818963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0C81BA47-B158-C1A9-5B70-C81416F66BA0}"/>
              </a:ext>
            </a:extLst>
          </p:cNvPr>
          <p:cNvSpPr/>
          <p:nvPr/>
        </p:nvSpPr>
        <p:spPr>
          <a:xfrm>
            <a:off x="5302880" y="3818963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603645E7-94E2-809A-0BC4-F72E4BE6B3F2}"/>
              </a:ext>
            </a:extLst>
          </p:cNvPr>
          <p:cNvSpPr/>
          <p:nvPr/>
        </p:nvSpPr>
        <p:spPr>
          <a:xfrm>
            <a:off x="5652130" y="3474241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908095A5-1FB3-502E-F470-B62C1D632260}"/>
              </a:ext>
            </a:extLst>
          </p:cNvPr>
          <p:cNvSpPr/>
          <p:nvPr/>
        </p:nvSpPr>
        <p:spPr>
          <a:xfrm>
            <a:off x="6001380" y="3474241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3A3E76C-FE99-7176-BD65-16ED965AF389}"/>
              </a:ext>
            </a:extLst>
          </p:cNvPr>
          <p:cNvSpPr/>
          <p:nvPr/>
        </p:nvSpPr>
        <p:spPr>
          <a:xfrm>
            <a:off x="6350630" y="3474241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438116D9-ADAF-4C5E-E653-C02365AE3704}"/>
              </a:ext>
            </a:extLst>
          </p:cNvPr>
          <p:cNvSpPr/>
          <p:nvPr/>
        </p:nvSpPr>
        <p:spPr>
          <a:xfrm>
            <a:off x="6699880" y="3474241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D1B5B868-9780-631F-57CA-29A7D219F456}"/>
              </a:ext>
            </a:extLst>
          </p:cNvPr>
          <p:cNvSpPr/>
          <p:nvPr/>
        </p:nvSpPr>
        <p:spPr>
          <a:xfrm>
            <a:off x="7049130" y="3474241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D674BBAC-7BEF-7E39-FCE2-19C9FD5EE83A}"/>
              </a:ext>
            </a:extLst>
          </p:cNvPr>
          <p:cNvSpPr/>
          <p:nvPr/>
        </p:nvSpPr>
        <p:spPr>
          <a:xfrm>
            <a:off x="7398380" y="3474241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F9EBA579-6D13-0953-38D3-7F62139C9EED}"/>
              </a:ext>
            </a:extLst>
          </p:cNvPr>
          <p:cNvSpPr/>
          <p:nvPr/>
        </p:nvSpPr>
        <p:spPr>
          <a:xfrm>
            <a:off x="5652130" y="3818963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B315CFA1-9790-94E7-A989-26D4F8D465C4}"/>
              </a:ext>
            </a:extLst>
          </p:cNvPr>
          <p:cNvSpPr/>
          <p:nvPr/>
        </p:nvSpPr>
        <p:spPr>
          <a:xfrm>
            <a:off x="6001380" y="3818963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26726714-2456-4162-95FC-B7C552EAB6ED}"/>
              </a:ext>
            </a:extLst>
          </p:cNvPr>
          <p:cNvSpPr/>
          <p:nvPr/>
        </p:nvSpPr>
        <p:spPr>
          <a:xfrm>
            <a:off x="6350630" y="3818963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713387A2-267F-2BB0-4838-C7E01531CDF2}"/>
              </a:ext>
            </a:extLst>
          </p:cNvPr>
          <p:cNvSpPr/>
          <p:nvPr/>
        </p:nvSpPr>
        <p:spPr>
          <a:xfrm>
            <a:off x="6699880" y="3818963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4B405C19-B824-5FE0-D7DD-29BB5633A875}"/>
              </a:ext>
            </a:extLst>
          </p:cNvPr>
          <p:cNvSpPr/>
          <p:nvPr/>
        </p:nvSpPr>
        <p:spPr>
          <a:xfrm>
            <a:off x="7049130" y="3818963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C874F5A5-201B-420C-5318-873463C9220E}"/>
              </a:ext>
            </a:extLst>
          </p:cNvPr>
          <p:cNvSpPr/>
          <p:nvPr/>
        </p:nvSpPr>
        <p:spPr>
          <a:xfrm>
            <a:off x="7398380" y="3818963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DD68968F-AFA5-4A7B-45A9-11BB007705D5}"/>
              </a:ext>
            </a:extLst>
          </p:cNvPr>
          <p:cNvSpPr/>
          <p:nvPr/>
        </p:nvSpPr>
        <p:spPr>
          <a:xfrm>
            <a:off x="4953630" y="4163685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06327F3-60F6-1E07-AD56-A3B207686870}"/>
              </a:ext>
            </a:extLst>
          </p:cNvPr>
          <p:cNvSpPr/>
          <p:nvPr/>
        </p:nvSpPr>
        <p:spPr>
          <a:xfrm>
            <a:off x="5302880" y="4163685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C921D0BE-9BC3-0503-B6A6-20A91A17D43A}"/>
              </a:ext>
            </a:extLst>
          </p:cNvPr>
          <p:cNvSpPr/>
          <p:nvPr/>
        </p:nvSpPr>
        <p:spPr>
          <a:xfrm>
            <a:off x="5652130" y="4163685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1743F8C-2848-BC58-B7CA-FC51B27BA331}"/>
              </a:ext>
            </a:extLst>
          </p:cNvPr>
          <p:cNvSpPr/>
          <p:nvPr/>
        </p:nvSpPr>
        <p:spPr>
          <a:xfrm>
            <a:off x="6001380" y="4163685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F0464815-1628-CFBF-08DE-2153CEA886F6}"/>
              </a:ext>
            </a:extLst>
          </p:cNvPr>
          <p:cNvSpPr/>
          <p:nvPr/>
        </p:nvSpPr>
        <p:spPr>
          <a:xfrm>
            <a:off x="6350630" y="4163685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53F0B4E1-517F-9775-48F8-D59CE803FB93}"/>
              </a:ext>
            </a:extLst>
          </p:cNvPr>
          <p:cNvSpPr/>
          <p:nvPr/>
        </p:nvSpPr>
        <p:spPr>
          <a:xfrm>
            <a:off x="6699880" y="4163685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FF6635A0-D531-EE7F-D67C-CDB4A6E786DC}"/>
              </a:ext>
            </a:extLst>
          </p:cNvPr>
          <p:cNvSpPr/>
          <p:nvPr/>
        </p:nvSpPr>
        <p:spPr>
          <a:xfrm>
            <a:off x="7049130" y="4163685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007A8BCD-435E-8443-CE03-23BBD37CA789}"/>
              </a:ext>
            </a:extLst>
          </p:cNvPr>
          <p:cNvSpPr/>
          <p:nvPr/>
        </p:nvSpPr>
        <p:spPr>
          <a:xfrm>
            <a:off x="7398380" y="4163685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3FBFF4E4-0CAF-897F-B236-B8686CC92810}"/>
              </a:ext>
            </a:extLst>
          </p:cNvPr>
          <p:cNvSpPr/>
          <p:nvPr/>
        </p:nvSpPr>
        <p:spPr>
          <a:xfrm>
            <a:off x="4953630" y="4508407"/>
            <a:ext cx="262724" cy="262724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63056CC-0245-9CA2-76CE-65E9E9C834CE}"/>
              </a:ext>
            </a:extLst>
          </p:cNvPr>
          <p:cNvSpPr/>
          <p:nvPr/>
        </p:nvSpPr>
        <p:spPr>
          <a:xfrm>
            <a:off x="5302880" y="4508407"/>
            <a:ext cx="262724" cy="262724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C1AF43DA-8364-1884-7CED-3BE2813D2353}"/>
              </a:ext>
            </a:extLst>
          </p:cNvPr>
          <p:cNvSpPr/>
          <p:nvPr/>
        </p:nvSpPr>
        <p:spPr>
          <a:xfrm>
            <a:off x="5652130" y="4508407"/>
            <a:ext cx="262724" cy="262724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F0878621-70C3-3401-E558-84BE97D53687}"/>
              </a:ext>
            </a:extLst>
          </p:cNvPr>
          <p:cNvSpPr/>
          <p:nvPr/>
        </p:nvSpPr>
        <p:spPr>
          <a:xfrm>
            <a:off x="6001380" y="4508407"/>
            <a:ext cx="262724" cy="262724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3DC2D5B6-BE7B-AD85-8165-CD62B9A55B90}"/>
              </a:ext>
            </a:extLst>
          </p:cNvPr>
          <p:cNvSpPr/>
          <p:nvPr/>
        </p:nvSpPr>
        <p:spPr>
          <a:xfrm>
            <a:off x="6350630" y="4508407"/>
            <a:ext cx="262724" cy="262724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A281579E-AF85-A2A4-0024-DDE41B4279CC}"/>
              </a:ext>
            </a:extLst>
          </p:cNvPr>
          <p:cNvSpPr/>
          <p:nvPr/>
        </p:nvSpPr>
        <p:spPr>
          <a:xfrm>
            <a:off x="6699880" y="4508407"/>
            <a:ext cx="262724" cy="262724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53931FA5-A334-EFA5-9117-AC0E081CF65E}"/>
              </a:ext>
            </a:extLst>
          </p:cNvPr>
          <p:cNvSpPr/>
          <p:nvPr/>
        </p:nvSpPr>
        <p:spPr>
          <a:xfrm>
            <a:off x="7049130" y="4508407"/>
            <a:ext cx="262724" cy="262724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AF763873-3D5D-41E1-84AA-299F8EDBBF26}"/>
              </a:ext>
            </a:extLst>
          </p:cNvPr>
          <p:cNvSpPr/>
          <p:nvPr/>
        </p:nvSpPr>
        <p:spPr>
          <a:xfrm>
            <a:off x="7398380" y="4508407"/>
            <a:ext cx="262724" cy="262724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60E13E67-B154-E5D7-F8BF-45B6BD0868D1}"/>
              </a:ext>
            </a:extLst>
          </p:cNvPr>
          <p:cNvGrpSpPr/>
          <p:nvPr/>
        </p:nvGrpSpPr>
        <p:grpSpPr>
          <a:xfrm rot="16200000">
            <a:off x="5456637" y="4460737"/>
            <a:ext cx="310810" cy="1041400"/>
            <a:chOff x="7362996" y="2015026"/>
            <a:chExt cx="2182026" cy="1041400"/>
          </a:xfrm>
        </p:grpSpPr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8CA7D235-5CD8-9DF7-03D3-96A2BC6BCA4D}"/>
                </a:ext>
              </a:extLst>
            </p:cNvPr>
            <p:cNvCxnSpPr/>
            <p:nvPr/>
          </p:nvCxnSpPr>
          <p:spPr>
            <a:xfrm>
              <a:off x="7362996" y="2015026"/>
              <a:ext cx="2182026" cy="0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14ED620C-5E2D-08F0-B9B9-23DBCB9F7B53}"/>
                </a:ext>
              </a:extLst>
            </p:cNvPr>
            <p:cNvCxnSpPr/>
            <p:nvPr/>
          </p:nvCxnSpPr>
          <p:spPr>
            <a:xfrm>
              <a:off x="7362996" y="2370626"/>
              <a:ext cx="2182026" cy="0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C048FA50-EC0D-313D-FB0E-F4E087094684}"/>
                </a:ext>
              </a:extLst>
            </p:cNvPr>
            <p:cNvCxnSpPr/>
            <p:nvPr/>
          </p:nvCxnSpPr>
          <p:spPr>
            <a:xfrm>
              <a:off x="7362996" y="2726226"/>
              <a:ext cx="2182026" cy="0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26ECB42A-9771-7F99-6FB6-DB60E1E73781}"/>
                </a:ext>
              </a:extLst>
            </p:cNvPr>
            <p:cNvCxnSpPr/>
            <p:nvPr/>
          </p:nvCxnSpPr>
          <p:spPr>
            <a:xfrm>
              <a:off x="7362996" y="3056426"/>
              <a:ext cx="2182026" cy="0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8" name="TextBox 157">
            <a:extLst>
              <a:ext uri="{FF2B5EF4-FFF2-40B4-BE49-F238E27FC236}">
                <a16:creationId xmlns:a16="http://schemas.microsoft.com/office/drawing/2014/main" id="{694BD7FE-00B1-AFB1-CA31-371A29932D52}"/>
              </a:ext>
            </a:extLst>
          </p:cNvPr>
          <p:cNvSpPr txBox="1"/>
          <p:nvPr/>
        </p:nvSpPr>
        <p:spPr>
          <a:xfrm>
            <a:off x="5788255" y="5165496"/>
            <a:ext cx="10429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accent3"/>
                </a:solidFill>
                <a:latin typeface="Calibri Light"/>
              </a:rPr>
              <a:t>South HBM</a:t>
            </a:r>
            <a:endParaRPr lang="en-CH" b="1" dirty="0">
              <a:solidFill>
                <a:schemeClr val="accent3"/>
              </a:solidFill>
            </a:endParaRP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F19206E7-E422-8CCA-5B58-6D73BD028E30}"/>
              </a:ext>
            </a:extLst>
          </p:cNvPr>
          <p:cNvGrpSpPr/>
          <p:nvPr/>
        </p:nvGrpSpPr>
        <p:grpSpPr>
          <a:xfrm rot="16200000">
            <a:off x="6847287" y="4460737"/>
            <a:ext cx="310810" cy="1041400"/>
            <a:chOff x="7362996" y="2015026"/>
            <a:chExt cx="2182026" cy="1041400"/>
          </a:xfrm>
        </p:grpSpPr>
        <p:cxnSp>
          <p:nvCxnSpPr>
            <p:cNvPr id="160" name="Straight Arrow Connector 159">
              <a:extLst>
                <a:ext uri="{FF2B5EF4-FFF2-40B4-BE49-F238E27FC236}">
                  <a16:creationId xmlns:a16="http://schemas.microsoft.com/office/drawing/2014/main" id="{39EF7FE2-7893-7CDD-8500-CF13EF9E845E}"/>
                </a:ext>
              </a:extLst>
            </p:cNvPr>
            <p:cNvCxnSpPr/>
            <p:nvPr/>
          </p:nvCxnSpPr>
          <p:spPr>
            <a:xfrm>
              <a:off x="7362996" y="2015026"/>
              <a:ext cx="2182026" cy="0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Arrow Connector 160">
              <a:extLst>
                <a:ext uri="{FF2B5EF4-FFF2-40B4-BE49-F238E27FC236}">
                  <a16:creationId xmlns:a16="http://schemas.microsoft.com/office/drawing/2014/main" id="{EBB82F61-82DF-30B6-5B3B-26456A697CA8}"/>
                </a:ext>
              </a:extLst>
            </p:cNvPr>
            <p:cNvCxnSpPr/>
            <p:nvPr/>
          </p:nvCxnSpPr>
          <p:spPr>
            <a:xfrm>
              <a:off x="7362996" y="2370626"/>
              <a:ext cx="2182026" cy="0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Arrow Connector 161">
              <a:extLst>
                <a:ext uri="{FF2B5EF4-FFF2-40B4-BE49-F238E27FC236}">
                  <a16:creationId xmlns:a16="http://schemas.microsoft.com/office/drawing/2014/main" id="{9EF6F0AC-267F-8768-B5BF-7BEA8B284394}"/>
                </a:ext>
              </a:extLst>
            </p:cNvPr>
            <p:cNvCxnSpPr/>
            <p:nvPr/>
          </p:nvCxnSpPr>
          <p:spPr>
            <a:xfrm>
              <a:off x="7362996" y="2726226"/>
              <a:ext cx="2182026" cy="0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Arrow Connector 162">
              <a:extLst>
                <a:ext uri="{FF2B5EF4-FFF2-40B4-BE49-F238E27FC236}">
                  <a16:creationId xmlns:a16="http://schemas.microsoft.com/office/drawing/2014/main" id="{D20358C7-34F9-A4F0-98B5-EF87D606656A}"/>
                </a:ext>
              </a:extLst>
            </p:cNvPr>
            <p:cNvCxnSpPr/>
            <p:nvPr/>
          </p:nvCxnSpPr>
          <p:spPr>
            <a:xfrm>
              <a:off x="7362996" y="3056426"/>
              <a:ext cx="2182026" cy="0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E799DB86-3340-6BFD-B30B-FC9FA24B23AB}"/>
              </a:ext>
            </a:extLst>
          </p:cNvPr>
          <p:cNvGrpSpPr/>
          <p:nvPr/>
        </p:nvGrpSpPr>
        <p:grpSpPr>
          <a:xfrm rot="16200000">
            <a:off x="5129986" y="3521584"/>
            <a:ext cx="938714" cy="1041400"/>
            <a:chOff x="7362996" y="2015026"/>
            <a:chExt cx="2182026" cy="1041400"/>
          </a:xfrm>
        </p:grpSpPr>
        <p:cxnSp>
          <p:nvCxnSpPr>
            <p:cNvPr id="165" name="Straight Arrow Connector 164">
              <a:extLst>
                <a:ext uri="{FF2B5EF4-FFF2-40B4-BE49-F238E27FC236}">
                  <a16:creationId xmlns:a16="http://schemas.microsoft.com/office/drawing/2014/main" id="{11FB6A86-72BE-CC30-BE9D-ACD10AEF7BB8}"/>
                </a:ext>
              </a:extLst>
            </p:cNvPr>
            <p:cNvCxnSpPr/>
            <p:nvPr/>
          </p:nvCxnSpPr>
          <p:spPr>
            <a:xfrm>
              <a:off x="7362996" y="2015026"/>
              <a:ext cx="21820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Arrow Connector 165">
              <a:extLst>
                <a:ext uri="{FF2B5EF4-FFF2-40B4-BE49-F238E27FC236}">
                  <a16:creationId xmlns:a16="http://schemas.microsoft.com/office/drawing/2014/main" id="{CFA0E7EF-A601-B88C-E129-81FB920E4E88}"/>
                </a:ext>
              </a:extLst>
            </p:cNvPr>
            <p:cNvCxnSpPr/>
            <p:nvPr/>
          </p:nvCxnSpPr>
          <p:spPr>
            <a:xfrm>
              <a:off x="7362996" y="2370626"/>
              <a:ext cx="21820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Arrow Connector 166">
              <a:extLst>
                <a:ext uri="{FF2B5EF4-FFF2-40B4-BE49-F238E27FC236}">
                  <a16:creationId xmlns:a16="http://schemas.microsoft.com/office/drawing/2014/main" id="{373B4DB5-937D-1E6B-EBF8-7F694C6ED918}"/>
                </a:ext>
              </a:extLst>
            </p:cNvPr>
            <p:cNvCxnSpPr/>
            <p:nvPr/>
          </p:nvCxnSpPr>
          <p:spPr>
            <a:xfrm>
              <a:off x="7362996" y="2726226"/>
              <a:ext cx="21820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Arrow Connector 167">
              <a:extLst>
                <a:ext uri="{FF2B5EF4-FFF2-40B4-BE49-F238E27FC236}">
                  <a16:creationId xmlns:a16="http://schemas.microsoft.com/office/drawing/2014/main" id="{9CD86B2D-AE13-D515-699A-E53625736F26}"/>
                </a:ext>
              </a:extLst>
            </p:cNvPr>
            <p:cNvCxnSpPr/>
            <p:nvPr/>
          </p:nvCxnSpPr>
          <p:spPr>
            <a:xfrm>
              <a:off x="7362996" y="3056426"/>
              <a:ext cx="21820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A404548A-BADF-699B-40BE-F54001C6F243}"/>
              </a:ext>
            </a:extLst>
          </p:cNvPr>
          <p:cNvGrpSpPr/>
          <p:nvPr/>
        </p:nvGrpSpPr>
        <p:grpSpPr>
          <a:xfrm rot="16200000">
            <a:off x="6520636" y="3521584"/>
            <a:ext cx="938714" cy="1041400"/>
            <a:chOff x="7362996" y="2015026"/>
            <a:chExt cx="2182026" cy="1041400"/>
          </a:xfrm>
        </p:grpSpPr>
        <p:cxnSp>
          <p:nvCxnSpPr>
            <p:cNvPr id="170" name="Straight Arrow Connector 169">
              <a:extLst>
                <a:ext uri="{FF2B5EF4-FFF2-40B4-BE49-F238E27FC236}">
                  <a16:creationId xmlns:a16="http://schemas.microsoft.com/office/drawing/2014/main" id="{12DE2841-56E0-B5AE-8BBB-63B43409986C}"/>
                </a:ext>
              </a:extLst>
            </p:cNvPr>
            <p:cNvCxnSpPr/>
            <p:nvPr/>
          </p:nvCxnSpPr>
          <p:spPr>
            <a:xfrm>
              <a:off x="7362996" y="2015026"/>
              <a:ext cx="21820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Arrow Connector 170">
              <a:extLst>
                <a:ext uri="{FF2B5EF4-FFF2-40B4-BE49-F238E27FC236}">
                  <a16:creationId xmlns:a16="http://schemas.microsoft.com/office/drawing/2014/main" id="{6AE81EE4-98D5-FAA3-7D46-6907988CDF93}"/>
                </a:ext>
              </a:extLst>
            </p:cNvPr>
            <p:cNvCxnSpPr/>
            <p:nvPr/>
          </p:nvCxnSpPr>
          <p:spPr>
            <a:xfrm>
              <a:off x="7362996" y="2370626"/>
              <a:ext cx="21820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Arrow Connector 171">
              <a:extLst>
                <a:ext uri="{FF2B5EF4-FFF2-40B4-BE49-F238E27FC236}">
                  <a16:creationId xmlns:a16="http://schemas.microsoft.com/office/drawing/2014/main" id="{4767AC1E-77E1-A4F6-3E34-E3B67B4C587F}"/>
                </a:ext>
              </a:extLst>
            </p:cNvPr>
            <p:cNvCxnSpPr/>
            <p:nvPr/>
          </p:nvCxnSpPr>
          <p:spPr>
            <a:xfrm>
              <a:off x="7362996" y="2726226"/>
              <a:ext cx="21820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Arrow Connector 172">
              <a:extLst>
                <a:ext uri="{FF2B5EF4-FFF2-40B4-BE49-F238E27FC236}">
                  <a16:creationId xmlns:a16="http://schemas.microsoft.com/office/drawing/2014/main" id="{409DF015-77CC-2618-3DD6-DFC0966BB4BD}"/>
                </a:ext>
              </a:extLst>
            </p:cNvPr>
            <p:cNvCxnSpPr/>
            <p:nvPr/>
          </p:nvCxnSpPr>
          <p:spPr>
            <a:xfrm>
              <a:off x="7362996" y="3056426"/>
              <a:ext cx="21820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4" name="Rectangle 173">
            <a:extLst>
              <a:ext uri="{FF2B5EF4-FFF2-40B4-BE49-F238E27FC236}">
                <a16:creationId xmlns:a16="http://schemas.microsoft.com/office/drawing/2014/main" id="{3DFF56F8-B739-3CC2-5769-4A9A39B246D8}"/>
              </a:ext>
            </a:extLst>
          </p:cNvPr>
          <p:cNvSpPr/>
          <p:nvPr/>
        </p:nvSpPr>
        <p:spPr>
          <a:xfrm>
            <a:off x="8359604" y="1883664"/>
            <a:ext cx="262724" cy="262724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B719033C-1CC4-3F20-3AAD-307490930A8D}"/>
              </a:ext>
            </a:extLst>
          </p:cNvPr>
          <p:cNvSpPr/>
          <p:nvPr/>
        </p:nvSpPr>
        <p:spPr>
          <a:xfrm>
            <a:off x="8708854" y="1883664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F7417ACB-D7BE-A261-7DD2-750DF4BBDF02}"/>
              </a:ext>
            </a:extLst>
          </p:cNvPr>
          <p:cNvSpPr/>
          <p:nvPr/>
        </p:nvSpPr>
        <p:spPr>
          <a:xfrm>
            <a:off x="8359604" y="2228386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891A530F-9F39-A3C7-C04B-34548974E87A}"/>
              </a:ext>
            </a:extLst>
          </p:cNvPr>
          <p:cNvSpPr/>
          <p:nvPr/>
        </p:nvSpPr>
        <p:spPr>
          <a:xfrm>
            <a:off x="8708854" y="2228386"/>
            <a:ext cx="262724" cy="262724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EDBC3122-3CCC-AAD4-D301-D47969B4A0F3}"/>
              </a:ext>
            </a:extLst>
          </p:cNvPr>
          <p:cNvSpPr/>
          <p:nvPr/>
        </p:nvSpPr>
        <p:spPr>
          <a:xfrm>
            <a:off x="9058104" y="1883664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FBA13135-B452-DD31-3B63-DF5D4E5D5FBF}"/>
              </a:ext>
            </a:extLst>
          </p:cNvPr>
          <p:cNvSpPr/>
          <p:nvPr/>
        </p:nvSpPr>
        <p:spPr>
          <a:xfrm>
            <a:off x="9407354" y="1883664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1BD986C7-F016-9732-D7CB-DD55B4E06CFC}"/>
              </a:ext>
            </a:extLst>
          </p:cNvPr>
          <p:cNvSpPr/>
          <p:nvPr/>
        </p:nvSpPr>
        <p:spPr>
          <a:xfrm>
            <a:off x="9756604" y="1883664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15F9B0F8-CE58-FFDB-50C1-770F0BB092EE}"/>
              </a:ext>
            </a:extLst>
          </p:cNvPr>
          <p:cNvSpPr/>
          <p:nvPr/>
        </p:nvSpPr>
        <p:spPr>
          <a:xfrm>
            <a:off x="10105854" y="1883664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482CC868-D811-DF94-CAB5-769A22B48E28}"/>
              </a:ext>
            </a:extLst>
          </p:cNvPr>
          <p:cNvSpPr/>
          <p:nvPr/>
        </p:nvSpPr>
        <p:spPr>
          <a:xfrm>
            <a:off x="10455104" y="1883664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475875B2-0CCA-35B1-6323-AD55333FD87E}"/>
              </a:ext>
            </a:extLst>
          </p:cNvPr>
          <p:cNvSpPr/>
          <p:nvPr/>
        </p:nvSpPr>
        <p:spPr>
          <a:xfrm>
            <a:off x="10804354" y="1883664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D6C44CD8-914A-1B35-91DB-5011E65D3847}"/>
              </a:ext>
            </a:extLst>
          </p:cNvPr>
          <p:cNvSpPr/>
          <p:nvPr/>
        </p:nvSpPr>
        <p:spPr>
          <a:xfrm>
            <a:off x="9058104" y="2228386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3D509BA0-5907-8BF2-A6CC-371FEDB20B6C}"/>
              </a:ext>
            </a:extLst>
          </p:cNvPr>
          <p:cNvSpPr/>
          <p:nvPr/>
        </p:nvSpPr>
        <p:spPr>
          <a:xfrm>
            <a:off x="9407354" y="2228386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6974A6EC-2097-109A-9C78-04F01C85664B}"/>
              </a:ext>
            </a:extLst>
          </p:cNvPr>
          <p:cNvSpPr/>
          <p:nvPr/>
        </p:nvSpPr>
        <p:spPr>
          <a:xfrm>
            <a:off x="9756604" y="2228386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2DBBCB58-8C3D-94E3-C1A1-2F8EBB04570F}"/>
              </a:ext>
            </a:extLst>
          </p:cNvPr>
          <p:cNvSpPr/>
          <p:nvPr/>
        </p:nvSpPr>
        <p:spPr>
          <a:xfrm>
            <a:off x="10105854" y="2228386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A03E80E7-A52C-5A11-DF3F-9699310884FB}"/>
              </a:ext>
            </a:extLst>
          </p:cNvPr>
          <p:cNvSpPr/>
          <p:nvPr/>
        </p:nvSpPr>
        <p:spPr>
          <a:xfrm>
            <a:off x="10455104" y="2228386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BFFA64A7-29BF-EF5A-7673-1F93B528283D}"/>
              </a:ext>
            </a:extLst>
          </p:cNvPr>
          <p:cNvSpPr/>
          <p:nvPr/>
        </p:nvSpPr>
        <p:spPr>
          <a:xfrm>
            <a:off x="10804354" y="2228386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DB6AE6C-73EF-0A4C-242A-194C25DEB238}"/>
              </a:ext>
            </a:extLst>
          </p:cNvPr>
          <p:cNvSpPr/>
          <p:nvPr/>
        </p:nvSpPr>
        <p:spPr>
          <a:xfrm>
            <a:off x="8359604" y="2573108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836E3C5D-8695-6087-47CB-24D317FC408A}"/>
              </a:ext>
            </a:extLst>
          </p:cNvPr>
          <p:cNvSpPr/>
          <p:nvPr/>
        </p:nvSpPr>
        <p:spPr>
          <a:xfrm>
            <a:off x="8708854" y="2573108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5914CD8F-26E3-6880-0F82-98C138054397}"/>
              </a:ext>
            </a:extLst>
          </p:cNvPr>
          <p:cNvSpPr/>
          <p:nvPr/>
        </p:nvSpPr>
        <p:spPr>
          <a:xfrm>
            <a:off x="9058104" y="2573108"/>
            <a:ext cx="262724" cy="262724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A9E1349A-1F06-2033-B310-502807DB4E10}"/>
              </a:ext>
            </a:extLst>
          </p:cNvPr>
          <p:cNvSpPr/>
          <p:nvPr/>
        </p:nvSpPr>
        <p:spPr>
          <a:xfrm>
            <a:off x="9407354" y="2573108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3E5DC8BD-778F-6431-BB6B-C05057C676A7}"/>
              </a:ext>
            </a:extLst>
          </p:cNvPr>
          <p:cNvSpPr/>
          <p:nvPr/>
        </p:nvSpPr>
        <p:spPr>
          <a:xfrm>
            <a:off x="9756604" y="2573108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FF1D79AF-9F61-3E5C-84F2-10E15316E9E8}"/>
              </a:ext>
            </a:extLst>
          </p:cNvPr>
          <p:cNvSpPr/>
          <p:nvPr/>
        </p:nvSpPr>
        <p:spPr>
          <a:xfrm>
            <a:off x="10105854" y="2573108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7E93D325-395A-9463-9AF9-4AB387DF0016}"/>
              </a:ext>
            </a:extLst>
          </p:cNvPr>
          <p:cNvSpPr/>
          <p:nvPr/>
        </p:nvSpPr>
        <p:spPr>
          <a:xfrm>
            <a:off x="10455104" y="2573108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A907F383-C029-CDA5-020B-23E32B97ECF6}"/>
              </a:ext>
            </a:extLst>
          </p:cNvPr>
          <p:cNvSpPr/>
          <p:nvPr/>
        </p:nvSpPr>
        <p:spPr>
          <a:xfrm>
            <a:off x="10804354" y="2573108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59999660-8DB4-1259-A173-BD56E9A0465E}"/>
              </a:ext>
            </a:extLst>
          </p:cNvPr>
          <p:cNvSpPr/>
          <p:nvPr/>
        </p:nvSpPr>
        <p:spPr>
          <a:xfrm>
            <a:off x="8359604" y="2917830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7F057327-25CD-5CDC-E5A3-EE6021EF7A5B}"/>
              </a:ext>
            </a:extLst>
          </p:cNvPr>
          <p:cNvSpPr/>
          <p:nvPr/>
        </p:nvSpPr>
        <p:spPr>
          <a:xfrm>
            <a:off x="8708854" y="2917830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FDCE4A70-171C-EFEF-3423-2DD228D5A8BF}"/>
              </a:ext>
            </a:extLst>
          </p:cNvPr>
          <p:cNvSpPr/>
          <p:nvPr/>
        </p:nvSpPr>
        <p:spPr>
          <a:xfrm>
            <a:off x="9058104" y="2917830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F4B92CE-3EAD-2236-86A1-9AD9F53E64F3}"/>
              </a:ext>
            </a:extLst>
          </p:cNvPr>
          <p:cNvSpPr/>
          <p:nvPr/>
        </p:nvSpPr>
        <p:spPr>
          <a:xfrm>
            <a:off x="9407354" y="2917830"/>
            <a:ext cx="262724" cy="262724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147609B4-C1EB-744F-E663-A63372E6F44D}"/>
              </a:ext>
            </a:extLst>
          </p:cNvPr>
          <p:cNvSpPr/>
          <p:nvPr/>
        </p:nvSpPr>
        <p:spPr>
          <a:xfrm>
            <a:off x="9756604" y="2917830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E8BAC8D1-8B82-52D4-B790-26619FB638CC}"/>
              </a:ext>
            </a:extLst>
          </p:cNvPr>
          <p:cNvSpPr/>
          <p:nvPr/>
        </p:nvSpPr>
        <p:spPr>
          <a:xfrm>
            <a:off x="10105854" y="2917830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95AF299E-4EE2-6B60-CD8F-3200401025CB}"/>
              </a:ext>
            </a:extLst>
          </p:cNvPr>
          <p:cNvSpPr/>
          <p:nvPr/>
        </p:nvSpPr>
        <p:spPr>
          <a:xfrm>
            <a:off x="10455104" y="2917830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C0669A4F-71B3-D4F2-C3F1-FD89073119C5}"/>
              </a:ext>
            </a:extLst>
          </p:cNvPr>
          <p:cNvSpPr/>
          <p:nvPr/>
        </p:nvSpPr>
        <p:spPr>
          <a:xfrm>
            <a:off x="10804354" y="2917830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AB16FBDA-562E-0E21-1C49-A50D0EF8D24B}"/>
              </a:ext>
            </a:extLst>
          </p:cNvPr>
          <p:cNvCxnSpPr>
            <a:stCxn id="174" idx="3"/>
            <a:endCxn id="183" idx="1"/>
          </p:cNvCxnSpPr>
          <p:nvPr/>
        </p:nvCxnSpPr>
        <p:spPr>
          <a:xfrm>
            <a:off x="8622328" y="2015026"/>
            <a:ext cx="2182026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245113DA-B0A6-4A2D-2DC8-DE139EB32ABA}"/>
              </a:ext>
            </a:extLst>
          </p:cNvPr>
          <p:cNvCxnSpPr/>
          <p:nvPr/>
        </p:nvCxnSpPr>
        <p:spPr>
          <a:xfrm>
            <a:off x="8622328" y="2370626"/>
            <a:ext cx="2182026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F503EC36-4E7D-FEC6-EFE4-9368CEC5F4F3}"/>
              </a:ext>
            </a:extLst>
          </p:cNvPr>
          <p:cNvCxnSpPr/>
          <p:nvPr/>
        </p:nvCxnSpPr>
        <p:spPr>
          <a:xfrm>
            <a:off x="8622328" y="2726226"/>
            <a:ext cx="2182026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E9ADCC60-7757-92CC-00C3-1024666D7CCE}"/>
              </a:ext>
            </a:extLst>
          </p:cNvPr>
          <p:cNvCxnSpPr/>
          <p:nvPr/>
        </p:nvCxnSpPr>
        <p:spPr>
          <a:xfrm>
            <a:off x="8622328" y="3056426"/>
            <a:ext cx="2182026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Rectangle 245">
            <a:extLst>
              <a:ext uri="{FF2B5EF4-FFF2-40B4-BE49-F238E27FC236}">
                <a16:creationId xmlns:a16="http://schemas.microsoft.com/office/drawing/2014/main" id="{E858FAC9-EA61-24A8-825C-7F7ABCCC3945}"/>
              </a:ext>
            </a:extLst>
          </p:cNvPr>
          <p:cNvSpPr/>
          <p:nvPr/>
        </p:nvSpPr>
        <p:spPr>
          <a:xfrm>
            <a:off x="8359604" y="3474241"/>
            <a:ext cx="262724" cy="262724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FA30B839-4490-1B7C-405F-247F6366A049}"/>
              </a:ext>
            </a:extLst>
          </p:cNvPr>
          <p:cNvSpPr/>
          <p:nvPr/>
        </p:nvSpPr>
        <p:spPr>
          <a:xfrm>
            <a:off x="8708854" y="3474241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03638AFE-1F45-E274-DCD6-A748469620D8}"/>
              </a:ext>
            </a:extLst>
          </p:cNvPr>
          <p:cNvSpPr/>
          <p:nvPr/>
        </p:nvSpPr>
        <p:spPr>
          <a:xfrm>
            <a:off x="8359604" y="3818963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170A6C11-89E4-EEF2-B639-864454BD2B05}"/>
              </a:ext>
            </a:extLst>
          </p:cNvPr>
          <p:cNvSpPr/>
          <p:nvPr/>
        </p:nvSpPr>
        <p:spPr>
          <a:xfrm>
            <a:off x="8708854" y="3818963"/>
            <a:ext cx="262724" cy="262724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7F8470F1-0DF6-8556-207C-8DB0036E0387}"/>
              </a:ext>
            </a:extLst>
          </p:cNvPr>
          <p:cNvSpPr/>
          <p:nvPr/>
        </p:nvSpPr>
        <p:spPr>
          <a:xfrm>
            <a:off x="9058104" y="3474241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AA777952-ED7D-EF9F-AB00-6E328F9ACB59}"/>
              </a:ext>
            </a:extLst>
          </p:cNvPr>
          <p:cNvSpPr/>
          <p:nvPr/>
        </p:nvSpPr>
        <p:spPr>
          <a:xfrm>
            <a:off x="9407354" y="3474241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4F5969E7-DB4F-25D6-A993-675F1E20EDD9}"/>
              </a:ext>
            </a:extLst>
          </p:cNvPr>
          <p:cNvSpPr/>
          <p:nvPr/>
        </p:nvSpPr>
        <p:spPr>
          <a:xfrm>
            <a:off x="9756604" y="3474241"/>
            <a:ext cx="262724" cy="262724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89D27080-0541-6CEF-90AB-C4E20FB462CA}"/>
              </a:ext>
            </a:extLst>
          </p:cNvPr>
          <p:cNvSpPr/>
          <p:nvPr/>
        </p:nvSpPr>
        <p:spPr>
          <a:xfrm>
            <a:off x="10105854" y="3474241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257DDE7F-4608-3CC9-45FB-60C290B44623}"/>
              </a:ext>
            </a:extLst>
          </p:cNvPr>
          <p:cNvSpPr/>
          <p:nvPr/>
        </p:nvSpPr>
        <p:spPr>
          <a:xfrm>
            <a:off x="10455104" y="3474241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B34726A9-465A-9DE3-0F20-FD9B03077A00}"/>
              </a:ext>
            </a:extLst>
          </p:cNvPr>
          <p:cNvSpPr/>
          <p:nvPr/>
        </p:nvSpPr>
        <p:spPr>
          <a:xfrm>
            <a:off x="10804354" y="3474241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0D0CDFA1-420A-1DFD-9E87-F34B6AC73D43}"/>
              </a:ext>
            </a:extLst>
          </p:cNvPr>
          <p:cNvSpPr/>
          <p:nvPr/>
        </p:nvSpPr>
        <p:spPr>
          <a:xfrm>
            <a:off x="9058104" y="3818963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9DC46B5F-CAB9-9C5E-C0FC-E1540943BA04}"/>
              </a:ext>
            </a:extLst>
          </p:cNvPr>
          <p:cNvSpPr/>
          <p:nvPr/>
        </p:nvSpPr>
        <p:spPr>
          <a:xfrm>
            <a:off x="9407354" y="3818963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595B3659-DD0A-7B0E-2E2D-317244730011}"/>
              </a:ext>
            </a:extLst>
          </p:cNvPr>
          <p:cNvSpPr/>
          <p:nvPr/>
        </p:nvSpPr>
        <p:spPr>
          <a:xfrm>
            <a:off x="9756604" y="3818963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91AAE36B-EC70-4290-4F8E-EAEB4C17EF86}"/>
              </a:ext>
            </a:extLst>
          </p:cNvPr>
          <p:cNvSpPr/>
          <p:nvPr/>
        </p:nvSpPr>
        <p:spPr>
          <a:xfrm>
            <a:off x="10105854" y="3818963"/>
            <a:ext cx="262724" cy="262724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4D646E06-A872-7468-EAE7-9253133FF454}"/>
              </a:ext>
            </a:extLst>
          </p:cNvPr>
          <p:cNvSpPr/>
          <p:nvPr/>
        </p:nvSpPr>
        <p:spPr>
          <a:xfrm>
            <a:off x="10455104" y="3818963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B619233D-3044-B1D5-1C61-E573938B7B7B}"/>
              </a:ext>
            </a:extLst>
          </p:cNvPr>
          <p:cNvSpPr/>
          <p:nvPr/>
        </p:nvSpPr>
        <p:spPr>
          <a:xfrm>
            <a:off x="10804354" y="3818963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F7B7CD3E-73B6-BB0B-44D0-3CE5D9A69BC5}"/>
              </a:ext>
            </a:extLst>
          </p:cNvPr>
          <p:cNvSpPr/>
          <p:nvPr/>
        </p:nvSpPr>
        <p:spPr>
          <a:xfrm>
            <a:off x="8359604" y="4163685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69CB4186-6CA2-9E28-6543-256B7E4B0E6B}"/>
              </a:ext>
            </a:extLst>
          </p:cNvPr>
          <p:cNvSpPr/>
          <p:nvPr/>
        </p:nvSpPr>
        <p:spPr>
          <a:xfrm>
            <a:off x="8708854" y="4163685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4BB76848-531D-9ADB-A77B-829C38590BE9}"/>
              </a:ext>
            </a:extLst>
          </p:cNvPr>
          <p:cNvSpPr/>
          <p:nvPr/>
        </p:nvSpPr>
        <p:spPr>
          <a:xfrm>
            <a:off x="9058104" y="4163685"/>
            <a:ext cx="262724" cy="262724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B8E77477-BF1F-4A6E-BFBC-0D994F265758}"/>
              </a:ext>
            </a:extLst>
          </p:cNvPr>
          <p:cNvSpPr/>
          <p:nvPr/>
        </p:nvSpPr>
        <p:spPr>
          <a:xfrm>
            <a:off x="9407354" y="4163685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27F93052-AB86-F57E-346C-22812C722E36}"/>
              </a:ext>
            </a:extLst>
          </p:cNvPr>
          <p:cNvSpPr/>
          <p:nvPr/>
        </p:nvSpPr>
        <p:spPr>
          <a:xfrm>
            <a:off x="9756604" y="4163685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860A274E-4135-42B7-06F4-37FBA4D14346}"/>
              </a:ext>
            </a:extLst>
          </p:cNvPr>
          <p:cNvSpPr/>
          <p:nvPr/>
        </p:nvSpPr>
        <p:spPr>
          <a:xfrm>
            <a:off x="10105854" y="4163685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A25E59A3-E196-464A-BF44-4AE2C77E18D9}"/>
              </a:ext>
            </a:extLst>
          </p:cNvPr>
          <p:cNvSpPr/>
          <p:nvPr/>
        </p:nvSpPr>
        <p:spPr>
          <a:xfrm>
            <a:off x="10455104" y="4163685"/>
            <a:ext cx="262724" cy="262724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8127E831-35E2-CA25-700A-CB0528887D5A}"/>
              </a:ext>
            </a:extLst>
          </p:cNvPr>
          <p:cNvSpPr/>
          <p:nvPr/>
        </p:nvSpPr>
        <p:spPr>
          <a:xfrm>
            <a:off x="10804354" y="4163685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DC9F5654-D4E2-7AE3-70EB-2F4262A8687E}"/>
              </a:ext>
            </a:extLst>
          </p:cNvPr>
          <p:cNvSpPr/>
          <p:nvPr/>
        </p:nvSpPr>
        <p:spPr>
          <a:xfrm>
            <a:off x="8359604" y="4508407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9C4596CB-0AEE-5B5D-94B2-40E28828574B}"/>
              </a:ext>
            </a:extLst>
          </p:cNvPr>
          <p:cNvSpPr/>
          <p:nvPr/>
        </p:nvSpPr>
        <p:spPr>
          <a:xfrm>
            <a:off x="8708854" y="4508407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3AAF3C49-EEB7-5290-D313-5A21B5F0913E}"/>
              </a:ext>
            </a:extLst>
          </p:cNvPr>
          <p:cNvSpPr/>
          <p:nvPr/>
        </p:nvSpPr>
        <p:spPr>
          <a:xfrm>
            <a:off x="9058104" y="4508407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946AC82F-F0A7-805C-B229-49F53E9F3ADB}"/>
              </a:ext>
            </a:extLst>
          </p:cNvPr>
          <p:cNvSpPr/>
          <p:nvPr/>
        </p:nvSpPr>
        <p:spPr>
          <a:xfrm>
            <a:off x="9407354" y="4508407"/>
            <a:ext cx="262724" cy="262724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728138A3-7AA8-CAFB-D18E-8F53D8B39DBE}"/>
              </a:ext>
            </a:extLst>
          </p:cNvPr>
          <p:cNvSpPr/>
          <p:nvPr/>
        </p:nvSpPr>
        <p:spPr>
          <a:xfrm>
            <a:off x="9756604" y="4508407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32AC0876-715A-20B7-89DE-E744DCAB15A5}"/>
              </a:ext>
            </a:extLst>
          </p:cNvPr>
          <p:cNvSpPr/>
          <p:nvPr/>
        </p:nvSpPr>
        <p:spPr>
          <a:xfrm>
            <a:off x="10105854" y="4508407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77A3CC87-B1AF-DDDE-5BB6-7946DE6E2137}"/>
              </a:ext>
            </a:extLst>
          </p:cNvPr>
          <p:cNvSpPr/>
          <p:nvPr/>
        </p:nvSpPr>
        <p:spPr>
          <a:xfrm>
            <a:off x="10455104" y="4508407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1DA80F2C-AC9E-2B5A-C626-ED94C016F984}"/>
              </a:ext>
            </a:extLst>
          </p:cNvPr>
          <p:cNvSpPr/>
          <p:nvPr/>
        </p:nvSpPr>
        <p:spPr>
          <a:xfrm>
            <a:off x="10804354" y="4508407"/>
            <a:ext cx="262724" cy="262724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cxnSp>
        <p:nvCxnSpPr>
          <p:cNvPr id="289" name="Straight Arrow Connector 288">
            <a:extLst>
              <a:ext uri="{FF2B5EF4-FFF2-40B4-BE49-F238E27FC236}">
                <a16:creationId xmlns:a16="http://schemas.microsoft.com/office/drawing/2014/main" id="{44A0AEEC-5732-FE39-EAE9-01704907883D}"/>
              </a:ext>
            </a:extLst>
          </p:cNvPr>
          <p:cNvCxnSpPr/>
          <p:nvPr/>
        </p:nvCxnSpPr>
        <p:spPr>
          <a:xfrm rot="16200000">
            <a:off x="7966030" y="4142313"/>
            <a:ext cx="1037173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Arrow Connector 289">
            <a:extLst>
              <a:ext uri="{FF2B5EF4-FFF2-40B4-BE49-F238E27FC236}">
                <a16:creationId xmlns:a16="http://schemas.microsoft.com/office/drawing/2014/main" id="{05804A14-37CE-D1B8-A63B-7420C2A82A92}"/>
              </a:ext>
            </a:extLst>
          </p:cNvPr>
          <p:cNvCxnSpPr/>
          <p:nvPr/>
        </p:nvCxnSpPr>
        <p:spPr>
          <a:xfrm rot="16200000">
            <a:off x="8321630" y="4142313"/>
            <a:ext cx="1037173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Arrow Connector 290">
            <a:extLst>
              <a:ext uri="{FF2B5EF4-FFF2-40B4-BE49-F238E27FC236}">
                <a16:creationId xmlns:a16="http://schemas.microsoft.com/office/drawing/2014/main" id="{E6B3DAB2-18F7-D328-E768-1F9D8D1320E1}"/>
              </a:ext>
            </a:extLst>
          </p:cNvPr>
          <p:cNvCxnSpPr/>
          <p:nvPr/>
        </p:nvCxnSpPr>
        <p:spPr>
          <a:xfrm rot="16200000">
            <a:off x="8677230" y="4142313"/>
            <a:ext cx="1037173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Arrow Connector 291">
            <a:extLst>
              <a:ext uri="{FF2B5EF4-FFF2-40B4-BE49-F238E27FC236}">
                <a16:creationId xmlns:a16="http://schemas.microsoft.com/office/drawing/2014/main" id="{75118AF8-8997-1FB3-18F7-C39344300CD7}"/>
              </a:ext>
            </a:extLst>
          </p:cNvPr>
          <p:cNvCxnSpPr/>
          <p:nvPr/>
        </p:nvCxnSpPr>
        <p:spPr>
          <a:xfrm rot="16200000">
            <a:off x="9007430" y="4142313"/>
            <a:ext cx="1037173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Arrow Connector 293">
            <a:extLst>
              <a:ext uri="{FF2B5EF4-FFF2-40B4-BE49-F238E27FC236}">
                <a16:creationId xmlns:a16="http://schemas.microsoft.com/office/drawing/2014/main" id="{A8E8092A-9B1D-0F6F-B7FD-548A2BB7CD1F}"/>
              </a:ext>
            </a:extLst>
          </p:cNvPr>
          <p:cNvCxnSpPr/>
          <p:nvPr/>
        </p:nvCxnSpPr>
        <p:spPr>
          <a:xfrm rot="16200000">
            <a:off x="9356680" y="4142313"/>
            <a:ext cx="1037173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Arrow Connector 294">
            <a:extLst>
              <a:ext uri="{FF2B5EF4-FFF2-40B4-BE49-F238E27FC236}">
                <a16:creationId xmlns:a16="http://schemas.microsoft.com/office/drawing/2014/main" id="{7D28D209-B1A8-2760-E0F3-CB7A1C842D86}"/>
              </a:ext>
            </a:extLst>
          </p:cNvPr>
          <p:cNvCxnSpPr/>
          <p:nvPr/>
        </p:nvCxnSpPr>
        <p:spPr>
          <a:xfrm rot="16200000">
            <a:off x="9712280" y="4142313"/>
            <a:ext cx="1037173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Arrow Connector 295">
            <a:extLst>
              <a:ext uri="{FF2B5EF4-FFF2-40B4-BE49-F238E27FC236}">
                <a16:creationId xmlns:a16="http://schemas.microsoft.com/office/drawing/2014/main" id="{B2534A63-0AE7-46E4-8D85-8ED570185C7D}"/>
              </a:ext>
            </a:extLst>
          </p:cNvPr>
          <p:cNvCxnSpPr/>
          <p:nvPr/>
        </p:nvCxnSpPr>
        <p:spPr>
          <a:xfrm rot="16200000">
            <a:off x="10067880" y="4142313"/>
            <a:ext cx="1037173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Arrow Connector 296">
            <a:extLst>
              <a:ext uri="{FF2B5EF4-FFF2-40B4-BE49-F238E27FC236}">
                <a16:creationId xmlns:a16="http://schemas.microsoft.com/office/drawing/2014/main" id="{DA97B865-7684-848D-AF1A-FADC9FB7A1A5}"/>
              </a:ext>
            </a:extLst>
          </p:cNvPr>
          <p:cNvCxnSpPr/>
          <p:nvPr/>
        </p:nvCxnSpPr>
        <p:spPr>
          <a:xfrm rot="16200000">
            <a:off x="10398080" y="4142313"/>
            <a:ext cx="1037173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1" name="Arrow: Right 340">
            <a:extLst>
              <a:ext uri="{FF2B5EF4-FFF2-40B4-BE49-F238E27FC236}">
                <a16:creationId xmlns:a16="http://schemas.microsoft.com/office/drawing/2014/main" id="{B17498AB-8842-DCB2-BA70-BE4026C56042}"/>
              </a:ext>
            </a:extLst>
          </p:cNvPr>
          <p:cNvSpPr/>
          <p:nvPr/>
        </p:nvSpPr>
        <p:spPr>
          <a:xfrm>
            <a:off x="8064500" y="2262682"/>
            <a:ext cx="199224" cy="620851"/>
          </a:xfrm>
          <a:prstGeom prst="rightArrow">
            <a:avLst>
              <a:gd name="adj1" fmla="val 88866"/>
              <a:gd name="adj2" fmla="val 500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42" name="Arrow: Right 341">
            <a:extLst>
              <a:ext uri="{FF2B5EF4-FFF2-40B4-BE49-F238E27FC236}">
                <a16:creationId xmlns:a16="http://schemas.microsoft.com/office/drawing/2014/main" id="{CE4942CC-8B0C-0922-5EDF-13BC36A8062E}"/>
              </a:ext>
            </a:extLst>
          </p:cNvPr>
          <p:cNvSpPr/>
          <p:nvPr/>
        </p:nvSpPr>
        <p:spPr>
          <a:xfrm rot="10800000">
            <a:off x="11200959" y="2262682"/>
            <a:ext cx="199224" cy="620851"/>
          </a:xfrm>
          <a:prstGeom prst="rightArrow">
            <a:avLst>
              <a:gd name="adj1" fmla="val 88866"/>
              <a:gd name="adj2" fmla="val 500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43" name="Arrow: Right 342">
            <a:extLst>
              <a:ext uri="{FF2B5EF4-FFF2-40B4-BE49-F238E27FC236}">
                <a16:creationId xmlns:a16="http://schemas.microsoft.com/office/drawing/2014/main" id="{CBC02D7A-E709-D7B7-8BA4-3C114B18C440}"/>
              </a:ext>
            </a:extLst>
          </p:cNvPr>
          <p:cNvSpPr/>
          <p:nvPr/>
        </p:nvSpPr>
        <p:spPr>
          <a:xfrm rot="16200000">
            <a:off x="9570466" y="3006261"/>
            <a:ext cx="199224" cy="620851"/>
          </a:xfrm>
          <a:prstGeom prst="rightArrow">
            <a:avLst>
              <a:gd name="adj1" fmla="val 88866"/>
              <a:gd name="adj2" fmla="val 500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44" name="Arrow: Right 343">
            <a:extLst>
              <a:ext uri="{FF2B5EF4-FFF2-40B4-BE49-F238E27FC236}">
                <a16:creationId xmlns:a16="http://schemas.microsoft.com/office/drawing/2014/main" id="{F5318C0C-A6EF-CE79-81B6-A23D949D2060}"/>
              </a:ext>
            </a:extLst>
          </p:cNvPr>
          <p:cNvSpPr/>
          <p:nvPr/>
        </p:nvSpPr>
        <p:spPr>
          <a:xfrm>
            <a:off x="8064500" y="3928506"/>
            <a:ext cx="199224" cy="620851"/>
          </a:xfrm>
          <a:prstGeom prst="rightArrow">
            <a:avLst>
              <a:gd name="adj1" fmla="val 88866"/>
              <a:gd name="adj2" fmla="val 500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45" name="Arrow: Right 344">
            <a:extLst>
              <a:ext uri="{FF2B5EF4-FFF2-40B4-BE49-F238E27FC236}">
                <a16:creationId xmlns:a16="http://schemas.microsoft.com/office/drawing/2014/main" id="{C7460AFC-B989-6A5F-B07B-EF56BA5E5FAE}"/>
              </a:ext>
            </a:extLst>
          </p:cNvPr>
          <p:cNvSpPr/>
          <p:nvPr/>
        </p:nvSpPr>
        <p:spPr>
          <a:xfrm rot="10800000">
            <a:off x="11200959" y="3928506"/>
            <a:ext cx="199224" cy="620851"/>
          </a:xfrm>
          <a:prstGeom prst="rightArrow">
            <a:avLst>
              <a:gd name="adj1" fmla="val 88866"/>
              <a:gd name="adj2" fmla="val 500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46" name="Arrow: Right 345">
            <a:extLst>
              <a:ext uri="{FF2B5EF4-FFF2-40B4-BE49-F238E27FC236}">
                <a16:creationId xmlns:a16="http://schemas.microsoft.com/office/drawing/2014/main" id="{144EDBC6-1C06-B894-A4BC-9EBB78219299}"/>
              </a:ext>
            </a:extLst>
          </p:cNvPr>
          <p:cNvSpPr/>
          <p:nvPr/>
        </p:nvSpPr>
        <p:spPr>
          <a:xfrm rot="16200000">
            <a:off x="9569009" y="4637242"/>
            <a:ext cx="199224" cy="620851"/>
          </a:xfrm>
          <a:prstGeom prst="rightArrow">
            <a:avLst>
              <a:gd name="adj1" fmla="val 88866"/>
              <a:gd name="adj2" fmla="val 500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348" name="Straight Arrow Connector 347">
            <a:extLst>
              <a:ext uri="{FF2B5EF4-FFF2-40B4-BE49-F238E27FC236}">
                <a16:creationId xmlns:a16="http://schemas.microsoft.com/office/drawing/2014/main" id="{7BC4A63F-176A-CE5A-2EA9-3F6800567785}"/>
              </a:ext>
            </a:extLst>
          </p:cNvPr>
          <p:cNvCxnSpPr/>
          <p:nvPr/>
        </p:nvCxnSpPr>
        <p:spPr>
          <a:xfrm>
            <a:off x="8282375" y="854822"/>
            <a:ext cx="310810" cy="0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3" name="Rectangle 352">
            <a:extLst>
              <a:ext uri="{FF2B5EF4-FFF2-40B4-BE49-F238E27FC236}">
                <a16:creationId xmlns:a16="http://schemas.microsoft.com/office/drawing/2014/main" id="{35E2E990-EC9C-8310-1DC7-55A8C4DFEE54}"/>
              </a:ext>
            </a:extLst>
          </p:cNvPr>
          <p:cNvSpPr/>
          <p:nvPr/>
        </p:nvSpPr>
        <p:spPr>
          <a:xfrm>
            <a:off x="8292659" y="86730"/>
            <a:ext cx="262724" cy="262724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cxnSp>
        <p:nvCxnSpPr>
          <p:cNvPr id="354" name="Straight Arrow Connector 353">
            <a:extLst>
              <a:ext uri="{FF2B5EF4-FFF2-40B4-BE49-F238E27FC236}">
                <a16:creationId xmlns:a16="http://schemas.microsoft.com/office/drawing/2014/main" id="{6E08DB10-3073-A607-4D4F-5FB3AC0A11C0}"/>
              </a:ext>
            </a:extLst>
          </p:cNvPr>
          <p:cNvCxnSpPr>
            <a:cxnSpLocks/>
          </p:cNvCxnSpPr>
          <p:nvPr/>
        </p:nvCxnSpPr>
        <p:spPr>
          <a:xfrm>
            <a:off x="8278987" y="1083436"/>
            <a:ext cx="3248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7" name="Rectangle 356">
            <a:extLst>
              <a:ext uri="{FF2B5EF4-FFF2-40B4-BE49-F238E27FC236}">
                <a16:creationId xmlns:a16="http://schemas.microsoft.com/office/drawing/2014/main" id="{40D1A54C-FCD3-B626-A16B-071894C76870}"/>
              </a:ext>
            </a:extLst>
          </p:cNvPr>
          <p:cNvSpPr/>
          <p:nvPr/>
        </p:nvSpPr>
        <p:spPr>
          <a:xfrm>
            <a:off x="8299010" y="423077"/>
            <a:ext cx="262724" cy="26272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BA595080-B94A-015A-F755-499FF120E122}"/>
              </a:ext>
            </a:extLst>
          </p:cNvPr>
          <p:cNvSpPr txBox="1"/>
          <p:nvPr/>
        </p:nvSpPr>
        <p:spPr>
          <a:xfrm>
            <a:off x="8549920" y="58919"/>
            <a:ext cx="28502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3"/>
                </a:solidFill>
                <a:latin typeface="Calibri Light"/>
              </a:rPr>
              <a:t>Cluster load from HBM and multicast</a:t>
            </a:r>
            <a:endParaRPr lang="en-CH" dirty="0">
              <a:solidFill>
                <a:schemeClr val="accent3"/>
              </a:solidFill>
            </a:endParaRPr>
          </a:p>
        </p:txBody>
      </p:sp>
      <p:sp>
        <p:nvSpPr>
          <p:cNvPr id="360" name="TextBox 359">
            <a:extLst>
              <a:ext uri="{FF2B5EF4-FFF2-40B4-BE49-F238E27FC236}">
                <a16:creationId xmlns:a16="http://schemas.microsoft.com/office/drawing/2014/main" id="{6F1D5E24-E3DE-E428-E903-19C61E4F7E57}"/>
              </a:ext>
            </a:extLst>
          </p:cNvPr>
          <p:cNvSpPr txBox="1"/>
          <p:nvPr/>
        </p:nvSpPr>
        <p:spPr>
          <a:xfrm>
            <a:off x="8549920" y="378024"/>
            <a:ext cx="28502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4">
                    <a:lumMod val="75000"/>
                  </a:schemeClr>
                </a:solidFill>
                <a:latin typeface="Calibri Light"/>
              </a:rPr>
              <a:t>Cluster receive multicast</a:t>
            </a:r>
            <a:endParaRPr lang="en-CH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61" name="TextBox 360">
            <a:extLst>
              <a:ext uri="{FF2B5EF4-FFF2-40B4-BE49-F238E27FC236}">
                <a16:creationId xmlns:a16="http://schemas.microsoft.com/office/drawing/2014/main" id="{F61096AB-A7EA-738B-E3BF-99EDCDBA8F07}"/>
              </a:ext>
            </a:extLst>
          </p:cNvPr>
          <p:cNvSpPr txBox="1"/>
          <p:nvPr/>
        </p:nvSpPr>
        <p:spPr>
          <a:xfrm>
            <a:off x="8549920" y="685801"/>
            <a:ext cx="28502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3"/>
                </a:solidFill>
                <a:latin typeface="Calibri Light"/>
              </a:rPr>
              <a:t>load from HBM and multicast</a:t>
            </a:r>
            <a:endParaRPr lang="en-CH" dirty="0">
              <a:solidFill>
                <a:schemeClr val="accent3"/>
              </a:solidFill>
            </a:endParaRPr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69792CA4-8AC7-7159-DD54-1D1039D791EE}"/>
              </a:ext>
            </a:extLst>
          </p:cNvPr>
          <p:cNvSpPr txBox="1"/>
          <p:nvPr/>
        </p:nvSpPr>
        <p:spPr>
          <a:xfrm>
            <a:off x="8549920" y="921885"/>
            <a:ext cx="28502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1"/>
                </a:solidFill>
                <a:latin typeface="Calibri Light"/>
              </a:rPr>
              <a:t>multicast</a:t>
            </a:r>
            <a:endParaRPr lang="en-CH" dirty="0">
              <a:solidFill>
                <a:schemeClr val="accent1"/>
              </a:solidFill>
            </a:endParaRPr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4FCF9464-6EA9-32B6-C3A6-2293680AABBF}"/>
              </a:ext>
            </a:extLst>
          </p:cNvPr>
          <p:cNvSpPr txBox="1"/>
          <p:nvPr/>
        </p:nvSpPr>
        <p:spPr>
          <a:xfrm>
            <a:off x="5302880" y="1436197"/>
            <a:ext cx="19566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 Light"/>
              </a:rPr>
              <a:t>Previous Scheme</a:t>
            </a:r>
            <a:endParaRPr lang="en-CH" sz="2000" b="1" dirty="0"/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AB380C21-82A3-8854-FA91-255D5EE71F7A}"/>
              </a:ext>
            </a:extLst>
          </p:cNvPr>
          <p:cNvSpPr txBox="1"/>
          <p:nvPr/>
        </p:nvSpPr>
        <p:spPr>
          <a:xfrm>
            <a:off x="8719522" y="1436197"/>
            <a:ext cx="19566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 Light"/>
              </a:rPr>
              <a:t>Current Scheme</a:t>
            </a:r>
            <a:endParaRPr lang="en-CH" sz="2000" b="1" dirty="0"/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E7EC3441-3FA3-7454-A517-2D0CEADE3F20}"/>
              </a:ext>
            </a:extLst>
          </p:cNvPr>
          <p:cNvSpPr/>
          <p:nvPr/>
        </p:nvSpPr>
        <p:spPr>
          <a:xfrm>
            <a:off x="4865834" y="5954393"/>
            <a:ext cx="542125" cy="542125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00" dirty="0">
                <a:solidFill>
                  <a:schemeClr val="tx2"/>
                </a:solidFill>
              </a:rPr>
              <a:t>SoftHier chip</a:t>
            </a:r>
            <a:endParaRPr lang="en-CH" sz="700" dirty="0">
              <a:solidFill>
                <a:schemeClr val="tx2"/>
              </a:solidFill>
            </a:endParaRPr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C0A4A603-E04B-75AD-78E3-99059633F923}"/>
              </a:ext>
            </a:extLst>
          </p:cNvPr>
          <p:cNvSpPr/>
          <p:nvPr/>
        </p:nvSpPr>
        <p:spPr>
          <a:xfrm>
            <a:off x="4533261" y="5952798"/>
            <a:ext cx="262724" cy="54960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tx2"/>
                </a:solidFill>
              </a:rPr>
              <a:t>HBM</a:t>
            </a:r>
            <a:endParaRPr lang="en-CH" sz="900" dirty="0">
              <a:solidFill>
                <a:schemeClr val="tx2"/>
              </a:solidFill>
            </a:endParaRPr>
          </a:p>
        </p:txBody>
      </p:sp>
      <p:sp>
        <p:nvSpPr>
          <p:cNvPr id="369" name="Rectangle 368">
            <a:extLst>
              <a:ext uri="{FF2B5EF4-FFF2-40B4-BE49-F238E27FC236}">
                <a16:creationId xmlns:a16="http://schemas.microsoft.com/office/drawing/2014/main" id="{54180607-AD14-39A1-FCC0-1078874EA2BF}"/>
              </a:ext>
            </a:extLst>
          </p:cNvPr>
          <p:cNvSpPr/>
          <p:nvPr/>
        </p:nvSpPr>
        <p:spPr>
          <a:xfrm>
            <a:off x="6507945" y="5954393"/>
            <a:ext cx="542125" cy="542125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00" dirty="0">
                <a:solidFill>
                  <a:schemeClr val="tx2"/>
                </a:solidFill>
              </a:rPr>
              <a:t>SoftHier chip</a:t>
            </a:r>
            <a:endParaRPr lang="en-CH" sz="700" dirty="0">
              <a:solidFill>
                <a:schemeClr val="tx2"/>
              </a:solidFill>
            </a:endParaRPr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A3C49281-DB7C-8052-5D6B-9EA50FA1E95E}"/>
              </a:ext>
            </a:extLst>
          </p:cNvPr>
          <p:cNvSpPr/>
          <p:nvPr/>
        </p:nvSpPr>
        <p:spPr>
          <a:xfrm>
            <a:off x="6175372" y="5952798"/>
            <a:ext cx="262724" cy="54960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tx2"/>
                </a:solidFill>
              </a:rPr>
              <a:t>HBM</a:t>
            </a:r>
            <a:endParaRPr lang="en-CH" sz="900" dirty="0">
              <a:solidFill>
                <a:schemeClr val="tx2"/>
              </a:solidFill>
            </a:endParaRPr>
          </a:p>
        </p:txBody>
      </p:sp>
      <p:sp>
        <p:nvSpPr>
          <p:cNvPr id="371" name="Rectangle 370">
            <a:extLst>
              <a:ext uri="{FF2B5EF4-FFF2-40B4-BE49-F238E27FC236}">
                <a16:creationId xmlns:a16="http://schemas.microsoft.com/office/drawing/2014/main" id="{3FD81C48-C4A3-B18A-CF6D-067B96803A94}"/>
              </a:ext>
            </a:extLst>
          </p:cNvPr>
          <p:cNvSpPr/>
          <p:nvPr/>
        </p:nvSpPr>
        <p:spPr>
          <a:xfrm>
            <a:off x="6500492" y="6556247"/>
            <a:ext cx="538314" cy="262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tx2"/>
                </a:solidFill>
              </a:rPr>
              <a:t>HBM</a:t>
            </a:r>
            <a:endParaRPr lang="en-CH" sz="900" dirty="0">
              <a:solidFill>
                <a:schemeClr val="tx2"/>
              </a:solidFill>
            </a:endParaRPr>
          </a:p>
        </p:txBody>
      </p:sp>
      <p:sp>
        <p:nvSpPr>
          <p:cNvPr id="372" name="Rectangle 371">
            <a:extLst>
              <a:ext uri="{FF2B5EF4-FFF2-40B4-BE49-F238E27FC236}">
                <a16:creationId xmlns:a16="http://schemas.microsoft.com/office/drawing/2014/main" id="{56A0CDBD-3E34-54C5-338A-14F8C63C7C80}"/>
              </a:ext>
            </a:extLst>
          </p:cNvPr>
          <p:cNvSpPr/>
          <p:nvPr/>
        </p:nvSpPr>
        <p:spPr>
          <a:xfrm>
            <a:off x="8248906" y="5954393"/>
            <a:ext cx="542125" cy="542125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00" dirty="0">
                <a:solidFill>
                  <a:schemeClr val="tx2"/>
                </a:solidFill>
              </a:rPr>
              <a:t>SoftHier chip</a:t>
            </a:r>
            <a:endParaRPr lang="en-CH" sz="700" dirty="0">
              <a:solidFill>
                <a:schemeClr val="tx2"/>
              </a:solidFill>
            </a:endParaRPr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1A846843-85D1-0DBD-5DB8-23CA8E4DC131}"/>
              </a:ext>
            </a:extLst>
          </p:cNvPr>
          <p:cNvSpPr/>
          <p:nvPr/>
        </p:nvSpPr>
        <p:spPr>
          <a:xfrm>
            <a:off x="7916333" y="5952798"/>
            <a:ext cx="262724" cy="54960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tx2"/>
                </a:solidFill>
              </a:rPr>
              <a:t>HBM</a:t>
            </a:r>
            <a:endParaRPr lang="en-CH" sz="900" dirty="0">
              <a:solidFill>
                <a:schemeClr val="tx2"/>
              </a:solidFill>
            </a:endParaRPr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D956CD6D-134F-A575-7137-A91443F21C5C}"/>
              </a:ext>
            </a:extLst>
          </p:cNvPr>
          <p:cNvSpPr/>
          <p:nvPr/>
        </p:nvSpPr>
        <p:spPr>
          <a:xfrm>
            <a:off x="8866293" y="5947718"/>
            <a:ext cx="262724" cy="54960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tx2"/>
                </a:solidFill>
              </a:rPr>
              <a:t>HBM</a:t>
            </a:r>
            <a:endParaRPr lang="en-CH" sz="9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4764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2EE5B8D1-C6EE-5B3A-BE6A-17278D78D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>
            <a:extLst>
              <a:ext uri="{FF2B5EF4-FFF2-40B4-BE49-F238E27FC236}">
                <a16:creationId xmlns:a16="http://schemas.microsoft.com/office/drawing/2014/main" id="{C8A61CF9-3E21-F227-89A1-FAC20D15AA89}"/>
              </a:ext>
            </a:extLst>
          </p:cNvPr>
          <p:cNvSpPr txBox="1"/>
          <p:nvPr/>
        </p:nvSpPr>
        <p:spPr>
          <a:xfrm>
            <a:off x="299070" y="170391"/>
            <a:ext cx="11638929" cy="620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accent3"/>
              </a:buClr>
              <a:buSzPts val="3600"/>
            </a:pPr>
            <a:r>
              <a:rPr lang="en-US" sz="3600" dirty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Journal progress: DeepSeek Flow Automation</a:t>
            </a:r>
            <a:endParaRPr sz="3600" b="0" i="0" u="none" strike="noStrike" cap="none" dirty="0">
              <a:solidFill>
                <a:srgbClr val="1686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D66B2C19-2B37-8266-CB58-66B1138C535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0183" y="6583096"/>
            <a:ext cx="846138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39352C0-5061-8264-25E5-1E45DE4D9935}"/>
              </a:ext>
            </a:extLst>
          </p:cNvPr>
          <p:cNvSpPr txBox="1">
            <a:spLocks/>
          </p:cNvSpPr>
          <p:nvPr/>
        </p:nvSpPr>
        <p:spPr>
          <a:xfrm>
            <a:off x="316499" y="685802"/>
            <a:ext cx="11442685" cy="1104498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>
            <a:lvl1pPr marL="304795" indent="-304795" algn="l" defTabSz="761976" rtl="0" eaLnBrk="1" latinLnBrk="0" hangingPunct="1">
              <a:lnSpc>
                <a:spcPct val="100000"/>
              </a:lnSpc>
              <a:spcBef>
                <a:spcPts val="1270"/>
              </a:spcBef>
              <a:buClrTx/>
              <a:buSzPct val="90000"/>
              <a:buFont typeface="Arial" panose="020B0604020202020204" pitchFamily="34" charset="0"/>
              <a:buChar char="•"/>
              <a:defRPr sz="254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533383" indent="-228597" algn="l" defTabSz="761976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2117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761976" indent="-228597" algn="l" defTabSz="914389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1905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990569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27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219162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164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2514569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64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58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52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35" dirty="0">
                <a:solidFill>
                  <a:srgbClr val="000000"/>
                </a:solidFill>
                <a:latin typeface="Calibri Light"/>
              </a:rPr>
              <a:t>Example Usage: </a:t>
            </a:r>
          </a:p>
          <a:p>
            <a:pPr lvl="1">
              <a:defRPr/>
            </a:pPr>
            <a:r>
              <a:rPr lang="en-GB" altLang="zh-CN" sz="1400" b="1" i="1" dirty="0">
                <a:solidFill>
                  <a:srgbClr val="FF0000"/>
                </a:solidFill>
                <a:latin typeface="Calibri Light"/>
              </a:rPr>
              <a:t>arch=example/south_only_arch_scale/arch_4x4.py  </a:t>
            </a:r>
            <a:r>
              <a:rPr lang="en-GB" altLang="zh-CN" sz="1400" b="1" i="1" dirty="0">
                <a:solidFill>
                  <a:srgbClr val="000000"/>
                </a:solidFill>
                <a:latin typeface="Calibri Light"/>
              </a:rPr>
              <a:t>   </a:t>
            </a:r>
            <a:r>
              <a:rPr lang="en-GB" altLang="zh-CN" sz="1400" b="1" i="1" dirty="0">
                <a:solidFill>
                  <a:schemeClr val="accent3"/>
                </a:solidFill>
                <a:latin typeface="Calibri Light"/>
              </a:rPr>
              <a:t>work=example/deepseek_decode/work.py </a:t>
            </a:r>
            <a:r>
              <a:rPr lang="en-GB" altLang="zh-CN" sz="1400" b="1" i="1" dirty="0">
                <a:solidFill>
                  <a:srgbClr val="000000"/>
                </a:solidFill>
                <a:latin typeface="Calibri Light"/>
              </a:rPr>
              <a:t>    </a:t>
            </a:r>
            <a:r>
              <a:rPr lang="en-GB" altLang="zh-CN" sz="1400" b="1" i="1" dirty="0">
                <a:solidFill>
                  <a:schemeClr val="accent2"/>
                </a:solidFill>
                <a:latin typeface="Calibri Light"/>
              </a:rPr>
              <a:t>model=config/models/dsv3.py</a:t>
            </a:r>
            <a:r>
              <a:rPr lang="en-GB" altLang="zh-CN" sz="1400" b="1" i="1" dirty="0">
                <a:solidFill>
                  <a:srgbClr val="000000"/>
                </a:solidFill>
                <a:latin typeface="Calibri Light"/>
              </a:rPr>
              <a:t>     make     </a:t>
            </a:r>
            <a:r>
              <a:rPr lang="en-GB" altLang="zh-CN" sz="1400" b="1" i="1" dirty="0" err="1">
                <a:solidFill>
                  <a:srgbClr val="000000"/>
                </a:solidFill>
                <a:latin typeface="Calibri Light"/>
              </a:rPr>
              <a:t>llm</a:t>
            </a:r>
            <a:endParaRPr lang="en-US" altLang="zh-CN" sz="1400" b="1" i="1" dirty="0">
              <a:solidFill>
                <a:srgbClr val="000000"/>
              </a:solidFill>
              <a:latin typeface="Calibri Ligh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1F6556-90A9-AA56-0811-C8E97025F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243" y="1496967"/>
            <a:ext cx="2897218" cy="52395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949CEF-7377-97C8-48B9-C1668991E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8418" y="1496967"/>
            <a:ext cx="3154443" cy="22886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F944F6-E223-58EA-674E-1E216B944A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6055" y="1496967"/>
            <a:ext cx="2769405" cy="33309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8227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 txBox="1"/>
          <p:nvPr/>
        </p:nvSpPr>
        <p:spPr>
          <a:xfrm>
            <a:off x="299070" y="170391"/>
            <a:ext cx="11638929" cy="620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accent3"/>
              </a:buClr>
              <a:buSzPts val="3600"/>
            </a:pPr>
            <a:r>
              <a:rPr lang="en-US" sz="3600" dirty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DeepSeek Flow Automation: Generate Layer Kernel Flow</a:t>
            </a:r>
            <a:endParaRPr sz="3600" b="0" i="0" u="none" strike="noStrike" cap="none" dirty="0">
              <a:solidFill>
                <a:srgbClr val="1686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 txBox="1">
            <a:spLocks noGrp="1"/>
          </p:cNvSpPr>
          <p:nvPr>
            <p:ph type="sldNum" idx="12"/>
          </p:nvPr>
        </p:nvSpPr>
        <p:spPr>
          <a:xfrm>
            <a:off x="11400183" y="6583096"/>
            <a:ext cx="846138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F9791A3-751E-0936-B276-2CA1AF34111C}"/>
              </a:ext>
            </a:extLst>
          </p:cNvPr>
          <p:cNvSpPr txBox="1">
            <a:spLocks/>
          </p:cNvSpPr>
          <p:nvPr/>
        </p:nvSpPr>
        <p:spPr>
          <a:xfrm>
            <a:off x="316499" y="685801"/>
            <a:ext cx="5078461" cy="466343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>
            <a:lvl1pPr marL="304795" indent="-304795" algn="l" defTabSz="761976" rtl="0" eaLnBrk="1" latinLnBrk="0" hangingPunct="1">
              <a:lnSpc>
                <a:spcPct val="100000"/>
              </a:lnSpc>
              <a:spcBef>
                <a:spcPts val="1270"/>
              </a:spcBef>
              <a:buClrTx/>
              <a:buSzPct val="90000"/>
              <a:buFont typeface="Arial" panose="020B0604020202020204" pitchFamily="34" charset="0"/>
              <a:buChar char="•"/>
              <a:defRPr sz="254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533383" indent="-228597" algn="l" defTabSz="761976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2117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761976" indent="-228597" algn="l" defTabSz="914389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1905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990569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27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219162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164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2514569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64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58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52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35" dirty="0">
                <a:solidFill>
                  <a:srgbClr val="000000"/>
                </a:solidFill>
                <a:latin typeface="Calibri Light"/>
              </a:rPr>
              <a:t>Example of decode </a:t>
            </a:r>
            <a:r>
              <a:rPr lang="en-US" altLang="zh-CN" sz="2435" b="1" i="1" dirty="0" err="1">
                <a:solidFill>
                  <a:srgbClr val="000000"/>
                </a:solidFill>
                <a:latin typeface="Calibri Light"/>
              </a:rPr>
              <a:t>batch_size</a:t>
            </a:r>
            <a:r>
              <a:rPr lang="en-US" altLang="zh-CN" sz="2435" b="1" i="1" dirty="0">
                <a:solidFill>
                  <a:srgbClr val="000000"/>
                </a:solidFill>
                <a:latin typeface="Calibri Light"/>
              </a:rPr>
              <a:t> =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8BA82A-B2EA-1201-4B80-F7B7552EC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44018"/>
            <a:ext cx="12192000" cy="43699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5E26DD-7DC0-97EB-5E5F-5C2B75A2E8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8675"/>
          <a:stretch>
            <a:fillRect/>
          </a:stretch>
        </p:blipFill>
        <p:spPr>
          <a:xfrm>
            <a:off x="82296" y="3523859"/>
            <a:ext cx="8695944" cy="1803673"/>
          </a:xfrm>
          <a:prstGeom prst="rect">
            <a:avLst/>
          </a:prstGeom>
          <a:ln w="38100" cap="sq">
            <a:solidFill>
              <a:srgbClr val="FF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FA2D086-A51F-8AA9-0E53-5DCD86D151B9}"/>
              </a:ext>
            </a:extLst>
          </p:cNvPr>
          <p:cNvSpPr/>
          <p:nvPr/>
        </p:nvSpPr>
        <p:spPr>
          <a:xfrm>
            <a:off x="0" y="1984248"/>
            <a:ext cx="4169664" cy="99669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8133C1C-0E67-94E3-4F0B-A1AE8FC8B074}"/>
              </a:ext>
            </a:extLst>
          </p:cNvPr>
          <p:cNvCxnSpPr/>
          <p:nvPr/>
        </p:nvCxnSpPr>
        <p:spPr>
          <a:xfrm>
            <a:off x="1664208" y="2980944"/>
            <a:ext cx="0" cy="54291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CA9D7CE-2781-AF8A-82D7-5FEFB9710DED}"/>
              </a:ext>
            </a:extLst>
          </p:cNvPr>
          <p:cNvSpPr txBox="1"/>
          <p:nvPr/>
        </p:nvSpPr>
        <p:spPr>
          <a:xfrm>
            <a:off x="6126480" y="968021"/>
            <a:ext cx="12893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i="1" dirty="0">
                <a:solidFill>
                  <a:srgbClr val="FF0000"/>
                </a:solidFill>
                <a:latin typeface="Calibri Light"/>
              </a:rPr>
              <a:t>Shared Experts</a:t>
            </a:r>
            <a:endParaRPr lang="en-CH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464B91-A2D8-DA36-043C-E2F98CCDE974}"/>
              </a:ext>
            </a:extLst>
          </p:cNvPr>
          <p:cNvSpPr txBox="1"/>
          <p:nvPr/>
        </p:nvSpPr>
        <p:spPr>
          <a:xfrm>
            <a:off x="10250424" y="3857525"/>
            <a:ext cx="12893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i="1" dirty="0">
                <a:solidFill>
                  <a:srgbClr val="FF0000"/>
                </a:solidFill>
                <a:latin typeface="Calibri Light"/>
              </a:rPr>
              <a:t>Routed Experts</a:t>
            </a:r>
            <a:endParaRPr lang="en-CH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36B46C4E-943F-B1E7-5F29-2EAD2676F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>
            <a:extLst>
              <a:ext uri="{FF2B5EF4-FFF2-40B4-BE49-F238E27FC236}">
                <a16:creationId xmlns:a16="http://schemas.microsoft.com/office/drawing/2014/main" id="{0946BEB1-6A3B-B51C-A772-CBFC54BC1E1B}"/>
              </a:ext>
            </a:extLst>
          </p:cNvPr>
          <p:cNvSpPr txBox="1"/>
          <p:nvPr/>
        </p:nvSpPr>
        <p:spPr>
          <a:xfrm>
            <a:off x="299070" y="170391"/>
            <a:ext cx="11638929" cy="620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accent3"/>
              </a:buClr>
              <a:buSzPts val="3600"/>
            </a:pPr>
            <a:r>
              <a:rPr lang="en-US" sz="3600" dirty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DeepSeek Flow Automation: Generate Layer Kernel Flow</a:t>
            </a:r>
            <a:endParaRPr sz="3600" b="0" i="0" u="none" strike="noStrike" cap="none" dirty="0">
              <a:solidFill>
                <a:srgbClr val="1686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47567212-710D-A996-B2AB-F028A7CF4C7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0183" y="6583096"/>
            <a:ext cx="846138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6F462C4-D408-7501-8054-D6C795FC08C4}"/>
              </a:ext>
            </a:extLst>
          </p:cNvPr>
          <p:cNvSpPr txBox="1">
            <a:spLocks/>
          </p:cNvSpPr>
          <p:nvPr/>
        </p:nvSpPr>
        <p:spPr>
          <a:xfrm>
            <a:off x="316499" y="685801"/>
            <a:ext cx="5078461" cy="466343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>
            <a:lvl1pPr marL="304795" indent="-304795" algn="l" defTabSz="761976" rtl="0" eaLnBrk="1" latinLnBrk="0" hangingPunct="1">
              <a:lnSpc>
                <a:spcPct val="100000"/>
              </a:lnSpc>
              <a:spcBef>
                <a:spcPts val="1270"/>
              </a:spcBef>
              <a:buClrTx/>
              <a:buSzPct val="90000"/>
              <a:buFont typeface="Arial" panose="020B0604020202020204" pitchFamily="34" charset="0"/>
              <a:buChar char="•"/>
              <a:defRPr sz="254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533383" indent="-228597" algn="l" defTabSz="761976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2117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761976" indent="-228597" algn="l" defTabSz="914389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1905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990569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27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219162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164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2514569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64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58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52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35" dirty="0">
                <a:solidFill>
                  <a:srgbClr val="000000"/>
                </a:solidFill>
                <a:latin typeface="Calibri Light"/>
              </a:rPr>
              <a:t>Example of decode </a:t>
            </a:r>
            <a:r>
              <a:rPr lang="en-US" altLang="zh-CN" sz="2435" b="1" i="1" dirty="0" err="1">
                <a:solidFill>
                  <a:srgbClr val="000000"/>
                </a:solidFill>
                <a:latin typeface="Calibri Light"/>
              </a:rPr>
              <a:t>batch_size</a:t>
            </a:r>
            <a:r>
              <a:rPr lang="en-US" altLang="zh-CN" sz="2435" b="1" i="1" dirty="0">
                <a:solidFill>
                  <a:srgbClr val="000000"/>
                </a:solidFill>
                <a:latin typeface="Calibri Light"/>
              </a:rPr>
              <a:t> = 32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22FEF9-B93E-5318-07DC-91A83551C4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000" b="9000"/>
          <a:stretch>
            <a:fillRect/>
          </a:stretch>
        </p:blipFill>
        <p:spPr>
          <a:xfrm>
            <a:off x="39050" y="1152144"/>
            <a:ext cx="12113900" cy="562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414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BFBA77A5-83C0-1957-BED9-CBAE1BF42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>
            <a:extLst>
              <a:ext uri="{FF2B5EF4-FFF2-40B4-BE49-F238E27FC236}">
                <a16:creationId xmlns:a16="http://schemas.microsoft.com/office/drawing/2014/main" id="{3FC77853-2AB4-BBDE-FBBB-87C0E026B50E}"/>
              </a:ext>
            </a:extLst>
          </p:cNvPr>
          <p:cNvSpPr txBox="1"/>
          <p:nvPr/>
        </p:nvSpPr>
        <p:spPr>
          <a:xfrm>
            <a:off x="299070" y="170391"/>
            <a:ext cx="11638929" cy="620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accent3"/>
              </a:buClr>
              <a:buSzPts val="3600"/>
            </a:pPr>
            <a:r>
              <a:rPr lang="en-US" sz="3600" dirty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DeepSeek Flow Automation: SoftHier Simulation Time</a:t>
            </a:r>
            <a:endParaRPr sz="3600" b="0" i="0" u="none" strike="noStrike" cap="none" dirty="0">
              <a:solidFill>
                <a:srgbClr val="1686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09E5BB42-701E-EAC4-B770-7B8D488B85E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0183" y="6583096"/>
            <a:ext cx="846138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9FAA9F8-E886-DF0B-EF68-630F545C4F04}"/>
              </a:ext>
            </a:extLst>
          </p:cNvPr>
          <p:cNvSpPr txBox="1">
            <a:spLocks/>
          </p:cNvSpPr>
          <p:nvPr/>
        </p:nvSpPr>
        <p:spPr>
          <a:xfrm>
            <a:off x="316499" y="685801"/>
            <a:ext cx="9348709" cy="466343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>
            <a:lvl1pPr marL="304795" indent="-304795" algn="l" defTabSz="761976" rtl="0" eaLnBrk="1" latinLnBrk="0" hangingPunct="1">
              <a:lnSpc>
                <a:spcPct val="100000"/>
              </a:lnSpc>
              <a:spcBef>
                <a:spcPts val="1270"/>
              </a:spcBef>
              <a:buClrTx/>
              <a:buSzPct val="90000"/>
              <a:buFont typeface="Arial" panose="020B0604020202020204" pitchFamily="34" charset="0"/>
              <a:buChar char="•"/>
              <a:defRPr sz="254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533383" indent="-228597" algn="l" defTabSz="761976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2117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761976" indent="-228597" algn="l" defTabSz="914389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1905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990569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27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219162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164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2514569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64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58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52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35" dirty="0">
                <a:solidFill>
                  <a:srgbClr val="000000"/>
                </a:solidFill>
                <a:latin typeface="Calibri Light"/>
              </a:rPr>
              <a:t>Simulation time for </a:t>
            </a:r>
            <a:r>
              <a:rPr lang="en-US" altLang="zh-CN" sz="2435" b="1" i="1" dirty="0">
                <a:solidFill>
                  <a:srgbClr val="000000"/>
                </a:solidFill>
                <a:latin typeface="Calibri Light"/>
              </a:rPr>
              <a:t>finishing one decoding layer of full DeepSeek-671B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4E6D0F0F-2367-53F8-8A00-2C5CE6D213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1123982"/>
              </p:ext>
            </p:extLst>
          </p:nvPr>
        </p:nvGraphicFramePr>
        <p:xfrm>
          <a:off x="1289304" y="1306652"/>
          <a:ext cx="9217152" cy="46095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1B77F64-7FA4-7D93-BE60-E9AD162BD67D}"/>
              </a:ext>
            </a:extLst>
          </p:cNvPr>
          <p:cNvCxnSpPr/>
          <p:nvPr/>
        </p:nvCxnSpPr>
        <p:spPr>
          <a:xfrm flipV="1">
            <a:off x="4315968" y="1453896"/>
            <a:ext cx="0" cy="341071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ADA844-C285-DEE8-6661-5E8DA86B445E}"/>
              </a:ext>
            </a:extLst>
          </p:cNvPr>
          <p:cNvCxnSpPr/>
          <p:nvPr/>
        </p:nvCxnSpPr>
        <p:spPr>
          <a:xfrm flipV="1">
            <a:off x="6739128" y="1453896"/>
            <a:ext cx="0" cy="341071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CA660D9-E3DA-3ECA-7075-DED5BC97BCC7}"/>
              </a:ext>
            </a:extLst>
          </p:cNvPr>
          <p:cNvCxnSpPr/>
          <p:nvPr/>
        </p:nvCxnSpPr>
        <p:spPr>
          <a:xfrm flipV="1">
            <a:off x="9153144" y="1453896"/>
            <a:ext cx="0" cy="341071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B6DEAA6-B9EA-A259-B9F7-4F6A96768F66}"/>
              </a:ext>
            </a:extLst>
          </p:cNvPr>
          <p:cNvSpPr txBox="1"/>
          <p:nvPr/>
        </p:nvSpPr>
        <p:spPr>
          <a:xfrm>
            <a:off x="2569465" y="1453896"/>
            <a:ext cx="13258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000000"/>
                </a:solidFill>
                <a:latin typeface="Calibri Light"/>
              </a:rPr>
              <a:t>4x4 Clusters</a:t>
            </a:r>
          </a:p>
          <a:p>
            <a:pPr algn="ctr"/>
            <a:r>
              <a:rPr lang="en-US" sz="1600" b="1" dirty="0">
                <a:latin typeface="Calibri Light"/>
              </a:rPr>
              <a:t>16 TFLOPS</a:t>
            </a:r>
            <a:endParaRPr lang="en-CH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91B3BA-B514-8089-05D1-98A0830E4673}"/>
              </a:ext>
            </a:extLst>
          </p:cNvPr>
          <p:cNvSpPr txBox="1"/>
          <p:nvPr/>
        </p:nvSpPr>
        <p:spPr>
          <a:xfrm>
            <a:off x="4860037" y="1453896"/>
            <a:ext cx="13258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Calibri Light"/>
              </a:rPr>
              <a:t>8x8</a:t>
            </a:r>
            <a:r>
              <a:rPr lang="en-US" altLang="zh-CN" sz="1600" b="1" dirty="0">
                <a:solidFill>
                  <a:srgbClr val="000000"/>
                </a:solidFill>
                <a:latin typeface="Calibri Light"/>
              </a:rPr>
              <a:t> Clusters</a:t>
            </a:r>
          </a:p>
          <a:p>
            <a:pPr algn="ctr"/>
            <a:r>
              <a:rPr lang="en-US" sz="1600" b="1" dirty="0">
                <a:latin typeface="Calibri Light"/>
              </a:rPr>
              <a:t>64 TFLOPS</a:t>
            </a:r>
            <a:endParaRPr lang="en-CH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562BEB-5753-4699-7C37-FA2DC318E5CB}"/>
              </a:ext>
            </a:extLst>
          </p:cNvPr>
          <p:cNvSpPr txBox="1"/>
          <p:nvPr/>
        </p:nvSpPr>
        <p:spPr>
          <a:xfrm>
            <a:off x="7059169" y="1453896"/>
            <a:ext cx="17556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000000"/>
                </a:solidFill>
                <a:latin typeface="Calibri Light"/>
              </a:rPr>
              <a:t>16x16 Clusters</a:t>
            </a:r>
          </a:p>
          <a:p>
            <a:pPr algn="ctr"/>
            <a:r>
              <a:rPr lang="en-US" sz="1600" b="1" dirty="0">
                <a:latin typeface="Calibri Light"/>
              </a:rPr>
              <a:t>256 TFLOPS</a:t>
            </a:r>
            <a:endParaRPr lang="en-CH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84E102-ED4F-33E3-D8BE-6EDB569DB8F4}"/>
              </a:ext>
            </a:extLst>
          </p:cNvPr>
          <p:cNvSpPr txBox="1"/>
          <p:nvPr/>
        </p:nvSpPr>
        <p:spPr>
          <a:xfrm>
            <a:off x="9022844" y="1453896"/>
            <a:ext cx="17556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Calibri Light"/>
              </a:rPr>
              <a:t>32x32</a:t>
            </a:r>
            <a:r>
              <a:rPr lang="en-US" altLang="zh-CN" sz="1600" b="1" dirty="0">
                <a:solidFill>
                  <a:srgbClr val="000000"/>
                </a:solidFill>
                <a:latin typeface="Calibri Light"/>
              </a:rPr>
              <a:t> Clusters</a:t>
            </a:r>
          </a:p>
          <a:p>
            <a:pPr algn="ctr"/>
            <a:r>
              <a:rPr lang="en-US" sz="1600" b="1" dirty="0">
                <a:latin typeface="Calibri Light"/>
              </a:rPr>
              <a:t>1024 TFLOPS</a:t>
            </a:r>
            <a:endParaRPr lang="en-CH" sz="16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56638FE-837F-D26C-3962-0C6DFBAF466B}"/>
              </a:ext>
            </a:extLst>
          </p:cNvPr>
          <p:cNvCxnSpPr/>
          <p:nvPr/>
        </p:nvCxnSpPr>
        <p:spPr>
          <a:xfrm>
            <a:off x="1911096" y="2139696"/>
            <a:ext cx="840333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A9CC0E1-64B1-4460-59DE-D6D26E2363C2}"/>
              </a:ext>
            </a:extLst>
          </p:cNvPr>
          <p:cNvCxnSpPr/>
          <p:nvPr/>
        </p:nvCxnSpPr>
        <p:spPr>
          <a:xfrm>
            <a:off x="1911096" y="4197096"/>
            <a:ext cx="840333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3807E36-878F-D665-C07F-98B96E2228D4}"/>
              </a:ext>
            </a:extLst>
          </p:cNvPr>
          <p:cNvSpPr txBox="1"/>
          <p:nvPr/>
        </p:nvSpPr>
        <p:spPr>
          <a:xfrm>
            <a:off x="1775081" y="1842402"/>
            <a:ext cx="5680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i="1" dirty="0">
                <a:solidFill>
                  <a:schemeClr val="accent2"/>
                </a:solidFill>
                <a:latin typeface="Calibri Light"/>
              </a:rPr>
              <a:t>4hr</a:t>
            </a:r>
            <a:endParaRPr lang="en-CH" sz="1600" i="1" dirty="0">
              <a:solidFill>
                <a:schemeClr val="accent2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FF222B-E426-EA62-0454-7C17CF14A06A}"/>
              </a:ext>
            </a:extLst>
          </p:cNvPr>
          <p:cNvSpPr txBox="1"/>
          <p:nvPr/>
        </p:nvSpPr>
        <p:spPr>
          <a:xfrm>
            <a:off x="1775081" y="3858542"/>
            <a:ext cx="5680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i="1" dirty="0">
                <a:solidFill>
                  <a:schemeClr val="accent2"/>
                </a:solidFill>
                <a:latin typeface="Calibri Light"/>
              </a:rPr>
              <a:t>1hr</a:t>
            </a:r>
            <a:endParaRPr lang="en-CH" sz="1600" i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163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11EC5B21-5BB6-07EE-98A1-23BFAC04B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>
            <a:extLst>
              <a:ext uri="{FF2B5EF4-FFF2-40B4-BE49-F238E27FC236}">
                <a16:creationId xmlns:a16="http://schemas.microsoft.com/office/drawing/2014/main" id="{BC31628F-C563-301F-20B8-E172B5B8ED34}"/>
              </a:ext>
            </a:extLst>
          </p:cNvPr>
          <p:cNvSpPr txBox="1"/>
          <p:nvPr/>
        </p:nvSpPr>
        <p:spPr>
          <a:xfrm>
            <a:off x="299070" y="170391"/>
            <a:ext cx="11638929" cy="620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accent3"/>
              </a:buClr>
              <a:buSzPts val="3600"/>
            </a:pPr>
            <a:r>
              <a:rPr lang="en-US" sz="3600" dirty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DeepSeek Flow Automation: Generate Plots </a:t>
            </a:r>
            <a:endParaRPr sz="3600" b="0" i="0" u="none" strike="noStrike" cap="none" dirty="0">
              <a:solidFill>
                <a:srgbClr val="1686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C72F1A35-383E-B601-34E9-30AA9C2C73F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0183" y="6583096"/>
            <a:ext cx="846138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12A352F-E353-8097-1D0F-D2866065682D}"/>
              </a:ext>
            </a:extLst>
          </p:cNvPr>
          <p:cNvSpPr txBox="1">
            <a:spLocks/>
          </p:cNvSpPr>
          <p:nvPr/>
        </p:nvSpPr>
        <p:spPr>
          <a:xfrm>
            <a:off x="316499" y="685801"/>
            <a:ext cx="9348709" cy="466343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>
            <a:lvl1pPr marL="304795" indent="-304795" algn="l" defTabSz="761976" rtl="0" eaLnBrk="1" latinLnBrk="0" hangingPunct="1">
              <a:lnSpc>
                <a:spcPct val="100000"/>
              </a:lnSpc>
              <a:spcBef>
                <a:spcPts val="1270"/>
              </a:spcBef>
              <a:buClrTx/>
              <a:buSzPct val="90000"/>
              <a:buFont typeface="Arial" panose="020B0604020202020204" pitchFamily="34" charset="0"/>
              <a:buChar char="•"/>
              <a:defRPr sz="254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533383" indent="-228597" algn="l" defTabSz="761976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2117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761976" indent="-228597" algn="l" defTabSz="914389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1905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990569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27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219162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164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2514569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64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58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52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35" dirty="0">
                <a:solidFill>
                  <a:srgbClr val="000000"/>
                </a:solidFill>
                <a:latin typeface="Calibri Light"/>
              </a:rPr>
              <a:t>The flow automatically generate </a:t>
            </a:r>
            <a:r>
              <a:rPr lang="en-US" altLang="zh-CN" sz="2435" b="1" i="1" dirty="0">
                <a:solidFill>
                  <a:srgbClr val="000000"/>
                </a:solidFill>
                <a:latin typeface="Calibri Light"/>
              </a:rPr>
              <a:t>roofline</a:t>
            </a:r>
            <a:r>
              <a:rPr lang="en-US" altLang="zh-CN" sz="2435" dirty="0">
                <a:solidFill>
                  <a:srgbClr val="000000"/>
                </a:solidFill>
                <a:latin typeface="Calibri Light"/>
              </a:rPr>
              <a:t> and </a:t>
            </a:r>
            <a:r>
              <a:rPr lang="en-US" altLang="zh-CN" sz="2435" b="1" i="1" dirty="0">
                <a:solidFill>
                  <a:srgbClr val="000000"/>
                </a:solidFill>
                <a:latin typeface="Calibri Light"/>
              </a:rPr>
              <a:t>runtime breakdown</a:t>
            </a:r>
            <a:r>
              <a:rPr lang="en-US" altLang="zh-CN" sz="2435" dirty="0">
                <a:solidFill>
                  <a:srgbClr val="000000"/>
                </a:solidFill>
                <a:latin typeface="Calibri Light"/>
              </a:rPr>
              <a:t> plots</a:t>
            </a:r>
          </a:p>
          <a:p>
            <a:pPr lvl="1">
              <a:defRPr/>
            </a:pPr>
            <a:r>
              <a:rPr lang="en-US" altLang="zh-CN" sz="2012" b="1" i="1" dirty="0">
                <a:solidFill>
                  <a:srgbClr val="000000"/>
                </a:solidFill>
                <a:latin typeface="Calibri Light"/>
              </a:rPr>
              <a:t>DeepSeekv3-671B decode layer </a:t>
            </a:r>
            <a:r>
              <a:rPr lang="en-US" altLang="zh-CN" sz="2012" b="1" i="1" dirty="0" err="1">
                <a:solidFill>
                  <a:srgbClr val="000000"/>
                </a:solidFill>
                <a:latin typeface="Calibri Light"/>
              </a:rPr>
              <a:t>batch_size</a:t>
            </a:r>
            <a:r>
              <a:rPr lang="en-US" altLang="zh-CN" sz="2012" b="1" i="1" dirty="0">
                <a:solidFill>
                  <a:srgbClr val="000000"/>
                </a:solidFill>
                <a:latin typeface="Calibri Light"/>
              </a:rPr>
              <a:t>=128, </a:t>
            </a:r>
            <a:r>
              <a:rPr lang="en-US" altLang="zh-CN" sz="2012" b="1" i="1" dirty="0" err="1">
                <a:solidFill>
                  <a:srgbClr val="000000"/>
                </a:solidFill>
                <a:latin typeface="Calibri Light"/>
              </a:rPr>
              <a:t>kv</a:t>
            </a:r>
            <a:r>
              <a:rPr lang="en-US" altLang="zh-CN" sz="2012" b="1" i="1" dirty="0">
                <a:solidFill>
                  <a:srgbClr val="000000"/>
                </a:solidFill>
                <a:latin typeface="Calibri Light"/>
              </a:rPr>
              <a:t>=4096, speculative=4, EP=64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FBF560-EDAA-3BDB-40F5-40986FFB45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75"/>
          <a:stretch>
            <a:fillRect/>
          </a:stretch>
        </p:blipFill>
        <p:spPr>
          <a:xfrm>
            <a:off x="1155001" y="1468278"/>
            <a:ext cx="8851392" cy="35809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A704E4-760C-7D44-38B8-4E31DD3066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001" y="3138380"/>
            <a:ext cx="5876735" cy="375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126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1C79940C-1F31-93BB-3DA7-25E548F6E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graph of a graph showing the number of data&#10;&#10;AI-generated content may be incorrect.">
            <a:extLst>
              <a:ext uri="{FF2B5EF4-FFF2-40B4-BE49-F238E27FC236}">
                <a16:creationId xmlns:a16="http://schemas.microsoft.com/office/drawing/2014/main" id="{BE69DFFE-99B1-0CB5-2778-4B60DB8EC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3204" y="4090022"/>
            <a:ext cx="3857244" cy="2827272"/>
          </a:xfrm>
          <a:prstGeom prst="rect">
            <a:avLst/>
          </a:prstGeom>
        </p:spPr>
      </p:pic>
      <p:pic>
        <p:nvPicPr>
          <p:cNvPr id="8" name="Picture 7" descr="A graph of a graph showing the number of data&#10;&#10;AI-generated content may be incorrect.">
            <a:extLst>
              <a:ext uri="{FF2B5EF4-FFF2-40B4-BE49-F238E27FC236}">
                <a16:creationId xmlns:a16="http://schemas.microsoft.com/office/drawing/2014/main" id="{F71BA26F-8921-CE62-A410-196963D6A1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3619" y="1379856"/>
            <a:ext cx="3857244" cy="2827272"/>
          </a:xfrm>
          <a:prstGeom prst="rect">
            <a:avLst/>
          </a:prstGeom>
        </p:spPr>
      </p:pic>
      <p:pic>
        <p:nvPicPr>
          <p:cNvPr id="6" name="Picture 5" descr="A graph of a roof line&#10;&#10;AI-generated content may be incorrect.">
            <a:extLst>
              <a:ext uri="{FF2B5EF4-FFF2-40B4-BE49-F238E27FC236}">
                <a16:creationId xmlns:a16="http://schemas.microsoft.com/office/drawing/2014/main" id="{9FE6BB54-5738-040E-6FFF-C212A934E5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6258" y="4049016"/>
            <a:ext cx="3857244" cy="2827272"/>
          </a:xfrm>
          <a:prstGeom prst="rect">
            <a:avLst/>
          </a:prstGeom>
        </p:spPr>
      </p:pic>
      <p:sp>
        <p:nvSpPr>
          <p:cNvPr id="69" name="Google Shape;69;p2">
            <a:extLst>
              <a:ext uri="{FF2B5EF4-FFF2-40B4-BE49-F238E27FC236}">
                <a16:creationId xmlns:a16="http://schemas.microsoft.com/office/drawing/2014/main" id="{D44F7E64-FD65-219A-C1FC-D137CB1C228A}"/>
              </a:ext>
            </a:extLst>
          </p:cNvPr>
          <p:cNvSpPr txBox="1"/>
          <p:nvPr/>
        </p:nvSpPr>
        <p:spPr>
          <a:xfrm>
            <a:off x="299070" y="170391"/>
            <a:ext cx="11638929" cy="620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accent3"/>
              </a:buClr>
              <a:buSzPts val="3600"/>
            </a:pPr>
            <a:r>
              <a:rPr lang="en-US" sz="3600" dirty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DeepSeek Flow Automation: Generate Plots </a:t>
            </a:r>
            <a:endParaRPr sz="3600" b="0" i="0" u="none" strike="noStrike" cap="none" dirty="0">
              <a:solidFill>
                <a:srgbClr val="1686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4CC5BB4C-A08A-E0C5-29C4-78CF44594F6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0183" y="6583096"/>
            <a:ext cx="846138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8BDBFB3-0A71-AA44-9683-C568E90874DC}"/>
              </a:ext>
            </a:extLst>
          </p:cNvPr>
          <p:cNvSpPr txBox="1">
            <a:spLocks/>
          </p:cNvSpPr>
          <p:nvPr/>
        </p:nvSpPr>
        <p:spPr>
          <a:xfrm>
            <a:off x="316499" y="585217"/>
            <a:ext cx="9348709" cy="859535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>
            <a:lvl1pPr marL="304795" indent="-304795" algn="l" defTabSz="761976" rtl="0" eaLnBrk="1" latinLnBrk="0" hangingPunct="1">
              <a:lnSpc>
                <a:spcPct val="100000"/>
              </a:lnSpc>
              <a:spcBef>
                <a:spcPts val="1270"/>
              </a:spcBef>
              <a:buClrTx/>
              <a:buSzPct val="90000"/>
              <a:buFont typeface="Arial" panose="020B0604020202020204" pitchFamily="34" charset="0"/>
              <a:buChar char="•"/>
              <a:defRPr sz="254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533383" indent="-228597" algn="l" defTabSz="761976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2117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761976" indent="-228597" algn="l" defTabSz="914389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1905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990569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27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219162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164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2514569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64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58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52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35" dirty="0">
                <a:solidFill>
                  <a:srgbClr val="000000"/>
                </a:solidFill>
                <a:latin typeface="Calibri Light"/>
              </a:rPr>
              <a:t>Strong Scaling</a:t>
            </a:r>
          </a:p>
          <a:p>
            <a:pPr lvl="1">
              <a:defRPr/>
            </a:pPr>
            <a:r>
              <a:rPr lang="en-US" altLang="zh-CN" sz="1600" b="1" i="1" dirty="0">
                <a:solidFill>
                  <a:srgbClr val="000000"/>
                </a:solidFill>
                <a:latin typeface="Calibri Light"/>
              </a:rPr>
              <a:t>Decode </a:t>
            </a:r>
            <a:r>
              <a:rPr lang="en-US" altLang="zh-CN" sz="1600" b="1" i="1" dirty="0" err="1">
                <a:solidFill>
                  <a:srgbClr val="000000"/>
                </a:solidFill>
                <a:latin typeface="Calibri Light"/>
              </a:rPr>
              <a:t>batch_size</a:t>
            </a:r>
            <a:r>
              <a:rPr lang="en-US" altLang="zh-CN" sz="1600" b="1" i="1" dirty="0">
                <a:solidFill>
                  <a:srgbClr val="000000"/>
                </a:solidFill>
                <a:latin typeface="Calibri Light"/>
              </a:rPr>
              <a:t>=128, </a:t>
            </a:r>
            <a:r>
              <a:rPr lang="en-US" altLang="zh-CN" sz="1600" b="1" i="1" dirty="0" err="1">
                <a:solidFill>
                  <a:srgbClr val="000000"/>
                </a:solidFill>
                <a:latin typeface="Calibri Light"/>
              </a:rPr>
              <a:t>kv_cache_length</a:t>
            </a:r>
            <a:r>
              <a:rPr lang="en-US" altLang="zh-CN" sz="1600" b="1" i="1" dirty="0">
                <a:solidFill>
                  <a:srgbClr val="000000"/>
                </a:solidFill>
                <a:latin typeface="Calibri Light"/>
              </a:rPr>
              <a:t>=1024, PP, Speculative=4</a:t>
            </a:r>
          </a:p>
        </p:txBody>
      </p:sp>
      <p:pic>
        <p:nvPicPr>
          <p:cNvPr id="4" name="Picture 3" descr="A graph of a graph showing the number of data&#10;&#10;AI-generated content may be incorrect.">
            <a:extLst>
              <a:ext uri="{FF2B5EF4-FFF2-40B4-BE49-F238E27FC236}">
                <a16:creationId xmlns:a16="http://schemas.microsoft.com/office/drawing/2014/main" id="{16F72C95-1C99-B235-D84E-C4465E9370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296672"/>
            <a:ext cx="3857244" cy="28272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74943D0-6116-B212-C3DC-8BD10547E9B0}"/>
              </a:ext>
            </a:extLst>
          </p:cNvPr>
          <p:cNvSpPr txBox="1"/>
          <p:nvPr/>
        </p:nvSpPr>
        <p:spPr>
          <a:xfrm>
            <a:off x="1751120" y="3211526"/>
            <a:ext cx="13258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000000"/>
                </a:solidFill>
                <a:latin typeface="Calibri Light"/>
              </a:rPr>
              <a:t>4x4 Clusters</a:t>
            </a:r>
          </a:p>
          <a:p>
            <a:pPr algn="ctr"/>
            <a:r>
              <a:rPr lang="en-US" sz="1600" b="1" dirty="0">
                <a:latin typeface="Calibri Light"/>
              </a:rPr>
              <a:t>16.4 TFLOPS</a:t>
            </a:r>
            <a:endParaRPr lang="en-CH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C647FE-9962-7DC1-216F-66DAD27E0140}"/>
              </a:ext>
            </a:extLst>
          </p:cNvPr>
          <p:cNvSpPr txBox="1"/>
          <p:nvPr/>
        </p:nvSpPr>
        <p:spPr>
          <a:xfrm>
            <a:off x="4327913" y="5897880"/>
            <a:ext cx="13258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Calibri Light"/>
              </a:rPr>
              <a:t>8x8</a:t>
            </a:r>
            <a:r>
              <a:rPr lang="en-US" altLang="zh-CN" sz="1600" b="1" dirty="0">
                <a:solidFill>
                  <a:srgbClr val="000000"/>
                </a:solidFill>
                <a:latin typeface="Calibri Light"/>
              </a:rPr>
              <a:t> Clusters</a:t>
            </a:r>
          </a:p>
          <a:p>
            <a:pPr algn="ctr"/>
            <a:r>
              <a:rPr lang="en-US" sz="1600" b="1" dirty="0">
                <a:latin typeface="Calibri Light"/>
              </a:rPr>
              <a:t>65.5 TFLOPS</a:t>
            </a:r>
            <a:endParaRPr lang="en-CH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449556-D3E6-37CD-1B4B-56F4D43F4703}"/>
              </a:ext>
            </a:extLst>
          </p:cNvPr>
          <p:cNvSpPr txBox="1"/>
          <p:nvPr/>
        </p:nvSpPr>
        <p:spPr>
          <a:xfrm>
            <a:off x="6639567" y="3211526"/>
            <a:ext cx="17556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000000"/>
                </a:solidFill>
                <a:latin typeface="Calibri Light"/>
              </a:rPr>
              <a:t>16x16 Clusters</a:t>
            </a:r>
          </a:p>
          <a:p>
            <a:pPr algn="ctr"/>
            <a:r>
              <a:rPr lang="en-US" sz="1600" b="1" dirty="0">
                <a:latin typeface="Calibri Light"/>
              </a:rPr>
              <a:t>262.1 TFLOPS</a:t>
            </a:r>
            <a:endParaRPr lang="en-CH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C9E9F3-06CF-4211-EF47-86C84A2E5F7A}"/>
              </a:ext>
            </a:extLst>
          </p:cNvPr>
          <p:cNvSpPr txBox="1"/>
          <p:nvPr/>
        </p:nvSpPr>
        <p:spPr>
          <a:xfrm>
            <a:off x="9324596" y="5980395"/>
            <a:ext cx="17556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Calibri Light"/>
              </a:rPr>
              <a:t>32x32</a:t>
            </a:r>
            <a:r>
              <a:rPr lang="en-US" altLang="zh-CN" sz="1600" b="1" dirty="0">
                <a:solidFill>
                  <a:srgbClr val="000000"/>
                </a:solidFill>
                <a:latin typeface="Calibri Light"/>
              </a:rPr>
              <a:t> Clusters</a:t>
            </a:r>
          </a:p>
          <a:p>
            <a:pPr algn="ctr"/>
            <a:r>
              <a:rPr lang="en-US" sz="1600" b="1" dirty="0">
                <a:latin typeface="Calibri Light"/>
              </a:rPr>
              <a:t>1048.6 TFLOPS</a:t>
            </a:r>
            <a:endParaRPr lang="en-CH" sz="1600" dirty="0"/>
          </a:p>
        </p:txBody>
      </p:sp>
    </p:spTree>
    <p:extLst>
      <p:ext uri="{BB962C8B-B14F-4D97-AF65-F5344CB8AC3E}">
        <p14:creationId xmlns:p14="http://schemas.microsoft.com/office/powerpoint/2010/main" val="3476903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021D6934-E4B4-0AF6-BA13-F11C03EEC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>
            <a:extLst>
              <a:ext uri="{FF2B5EF4-FFF2-40B4-BE49-F238E27FC236}">
                <a16:creationId xmlns:a16="http://schemas.microsoft.com/office/drawing/2014/main" id="{054235B9-1ECD-A156-7F26-BCE69CDC0587}"/>
              </a:ext>
            </a:extLst>
          </p:cNvPr>
          <p:cNvSpPr txBox="1"/>
          <p:nvPr/>
        </p:nvSpPr>
        <p:spPr>
          <a:xfrm>
            <a:off x="299070" y="170391"/>
            <a:ext cx="11638929" cy="620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accent3"/>
              </a:buClr>
              <a:buSzPts val="3600"/>
            </a:pPr>
            <a:r>
              <a:rPr lang="en-US" sz="3600" dirty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For Next</a:t>
            </a:r>
            <a:endParaRPr sz="3600" b="0" i="0" u="none" strike="noStrike" cap="none" dirty="0">
              <a:solidFill>
                <a:srgbClr val="1686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EBCEDC27-B885-1D2D-D64A-7BCB436C451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0183" y="6583096"/>
            <a:ext cx="846138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F4CDF5-3159-22C5-BA82-8AB60BC4D19B}"/>
              </a:ext>
            </a:extLst>
          </p:cNvPr>
          <p:cNvSpPr txBox="1">
            <a:spLocks/>
          </p:cNvSpPr>
          <p:nvPr/>
        </p:nvSpPr>
        <p:spPr>
          <a:xfrm>
            <a:off x="316499" y="685802"/>
            <a:ext cx="11799301" cy="2384658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>
            <a:lvl1pPr marL="304795" indent="-304795" algn="l" defTabSz="761976" rtl="0" eaLnBrk="1" latinLnBrk="0" hangingPunct="1">
              <a:lnSpc>
                <a:spcPct val="100000"/>
              </a:lnSpc>
              <a:spcBef>
                <a:spcPts val="1270"/>
              </a:spcBef>
              <a:buClrTx/>
              <a:buSzPct val="90000"/>
              <a:buFont typeface="Arial" panose="020B0604020202020204" pitchFamily="34" charset="0"/>
              <a:buChar char="•"/>
              <a:defRPr sz="254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533383" indent="-228597" algn="l" defTabSz="761976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2117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761976" indent="-228597" algn="l" defTabSz="914389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1905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990569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27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219162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164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2514569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64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58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52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35" dirty="0">
                <a:solidFill>
                  <a:srgbClr val="000000"/>
                </a:solidFill>
                <a:latin typeface="Calibri Light"/>
              </a:rPr>
              <a:t>We have launched massive testes, collecting results</a:t>
            </a:r>
          </a:p>
          <a:p>
            <a:pPr>
              <a:defRPr/>
            </a:pPr>
            <a:r>
              <a:rPr lang="en-US" altLang="zh-CN" sz="2435" dirty="0">
                <a:solidFill>
                  <a:srgbClr val="000000"/>
                </a:solidFill>
                <a:latin typeface="Calibri Light"/>
              </a:rPr>
              <a:t>Details for the final presentation?</a:t>
            </a:r>
          </a:p>
          <a:p>
            <a:pPr lvl="1">
              <a:defRPr/>
            </a:pPr>
            <a:r>
              <a:rPr lang="en-US" altLang="zh-CN" sz="2012" dirty="0">
                <a:solidFill>
                  <a:srgbClr val="000000"/>
                </a:solidFill>
                <a:latin typeface="Calibri Light"/>
              </a:rPr>
              <a:t>Is the presentation date scheduled?</a:t>
            </a:r>
          </a:p>
          <a:p>
            <a:pPr lvl="1">
              <a:defRPr/>
            </a:pPr>
            <a:r>
              <a:rPr lang="en-US" altLang="zh-CN" sz="2012" dirty="0">
                <a:solidFill>
                  <a:srgbClr val="000000"/>
                </a:solidFill>
                <a:latin typeface="Calibri Light"/>
              </a:rPr>
              <a:t>Do we need to have an internal DDL (</a:t>
            </a:r>
            <a:r>
              <a:rPr lang="en-US" altLang="zh-CN" sz="2012" dirty="0" err="1">
                <a:solidFill>
                  <a:srgbClr val="000000"/>
                </a:solidFill>
                <a:latin typeface="Calibri Light"/>
              </a:rPr>
              <a:t>eg</a:t>
            </a:r>
            <a:r>
              <a:rPr lang="en-US" altLang="zh-CN" sz="2012" dirty="0">
                <a:solidFill>
                  <a:srgbClr val="000000"/>
                </a:solidFill>
                <a:latin typeface="Calibri Light"/>
              </a:rPr>
              <a:t> one week before presentation) to double-check slide?</a:t>
            </a:r>
          </a:p>
          <a:p>
            <a:pPr lvl="2">
              <a:defRPr/>
            </a:pPr>
            <a:r>
              <a:rPr lang="en-US" altLang="zh-CN" sz="1800" dirty="0">
                <a:solidFill>
                  <a:srgbClr val="000000"/>
                </a:solidFill>
                <a:latin typeface="Calibri Light"/>
              </a:rPr>
              <a:t>As we did for the 1</a:t>
            </a:r>
            <a:r>
              <a:rPr lang="en-US" altLang="zh-CN" sz="1800" baseline="30000" dirty="0">
                <a:solidFill>
                  <a:srgbClr val="000000"/>
                </a:solidFill>
                <a:latin typeface="Calibri Light"/>
              </a:rPr>
              <a:t>st</a:t>
            </a:r>
            <a:r>
              <a:rPr lang="en-US" altLang="zh-CN" sz="1800" dirty="0">
                <a:solidFill>
                  <a:srgbClr val="000000"/>
                </a:solidFill>
                <a:latin typeface="Calibri Light"/>
              </a:rPr>
              <a:t> year stage report and FlatAttention presentation</a:t>
            </a:r>
          </a:p>
          <a:p>
            <a:pPr marL="0" indent="0">
              <a:buNone/>
              <a:defRPr/>
            </a:pPr>
            <a:endParaRPr lang="en-US" altLang="zh-CN" sz="2012" dirty="0">
              <a:solidFill>
                <a:srgbClr val="000000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942702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993653"/>
      </p:ext>
    </p:extLst>
  </p:cSld>
  <p:clrMapOvr>
    <a:masterClrMapping/>
  </p:clrMapOvr>
</p:sld>
</file>

<file path=ppt/theme/theme1.xml><?xml version="1.0" encoding="utf-8"?>
<a:theme xmlns:a="http://schemas.openxmlformats.org/drawingml/2006/main" name="PULP Code">
  <a:themeElements>
    <a:clrScheme name="PULP palette">
      <a:dk1>
        <a:srgbClr val="000000"/>
      </a:dk1>
      <a:lt1>
        <a:srgbClr val="ABABAB"/>
      </a:lt1>
      <a:dk2>
        <a:srgbClr val="5D5D5D"/>
      </a:dk2>
      <a:lt2>
        <a:srgbClr val="FFFFFF"/>
      </a:lt2>
      <a:accent1>
        <a:srgbClr val="A8322C"/>
      </a:accent1>
      <a:accent2>
        <a:srgbClr val="1269B0"/>
      </a:accent2>
      <a:accent3>
        <a:srgbClr val="168638"/>
      </a:accent3>
      <a:accent4>
        <a:srgbClr val="F29545"/>
      </a:accent4>
      <a:accent5>
        <a:srgbClr val="910569"/>
      </a:accent5>
      <a:accent6>
        <a:srgbClr val="48592C"/>
      </a:accent6>
      <a:hlink>
        <a:srgbClr val="007996"/>
      </a:hlink>
      <a:folHlink>
        <a:srgbClr val="ABABA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ULP Code">
  <a:themeElements>
    <a:clrScheme name="PULP palette">
      <a:dk1>
        <a:srgbClr val="000000"/>
      </a:dk1>
      <a:lt1>
        <a:srgbClr val="ABABAB"/>
      </a:lt1>
      <a:dk2>
        <a:srgbClr val="5D5D5D"/>
      </a:dk2>
      <a:lt2>
        <a:srgbClr val="FFFFFF"/>
      </a:lt2>
      <a:accent1>
        <a:srgbClr val="A8322C"/>
      </a:accent1>
      <a:accent2>
        <a:srgbClr val="1269B0"/>
      </a:accent2>
      <a:accent3>
        <a:srgbClr val="168638"/>
      </a:accent3>
      <a:accent4>
        <a:srgbClr val="F29545"/>
      </a:accent4>
      <a:accent5>
        <a:srgbClr val="910569"/>
      </a:accent5>
      <a:accent6>
        <a:srgbClr val="48592C"/>
      </a:accent6>
      <a:hlink>
        <a:srgbClr val="007996"/>
      </a:hlink>
      <a:folHlink>
        <a:srgbClr val="ABABAB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b="1" i="0" cap="none" spc="0" dirty="0" smtClean="0">
            <a:ln>
              <a:noFill/>
            </a:ln>
            <a:solidFill>
              <a:schemeClr val="bg2"/>
            </a:solidFill>
            <a:effectLst/>
            <a:latin typeface="Arial Narrow" panose="020B0604020202020204" pitchFamily="34" charset="0"/>
            <a:cs typeface="Arial Narrow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noAutofit/>
      </a:bodyPr>
      <a:lstStyle>
        <a:defPPr algn="l" defTabSz="720000">
          <a:defRPr sz="2400" b="0" i="0" dirty="0" smtClean="0">
            <a:solidFill>
              <a:schemeClr val="tx2"/>
            </a:solidFill>
            <a:latin typeface="Arial Narrow" panose="020B0604020202020204" pitchFamily="34" charset="0"/>
            <a:cs typeface="Arial Narrow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ulp_2022" id="{3CE89E8F-20E3-B94F-AB91-BF4B5F770EBF}" vid="{D455FB22-247C-394B-86F1-181C25098715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615</Words>
  <Application>Microsoft Office PowerPoint</Application>
  <PresentationFormat>Widescreen</PresentationFormat>
  <Paragraphs>287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等线 Light</vt:lpstr>
      <vt:lpstr>Consolas</vt:lpstr>
      <vt:lpstr>Calibri Light</vt:lpstr>
      <vt:lpstr>等线</vt:lpstr>
      <vt:lpstr>Arial</vt:lpstr>
      <vt:lpstr>Arial Narrow</vt:lpstr>
      <vt:lpstr>Calibri</vt:lpstr>
      <vt:lpstr>PULP Code</vt:lpstr>
      <vt:lpstr>1_PULP Code</vt:lpstr>
      <vt:lpstr>Office 主题​​</vt:lpstr>
      <vt:lpstr>SoftHier Bi-Weekly Meeting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SoftHier Bi-Weekly Meeting</dc:title>
  <dc:creator>Chi Zhang</dc:creator>
  <cp:lastModifiedBy>Zhang  Chi</cp:lastModifiedBy>
  <cp:revision>75</cp:revision>
  <dcterms:created xsi:type="dcterms:W3CDTF">2023-03-05T10:39:52Z</dcterms:created>
  <dcterms:modified xsi:type="dcterms:W3CDTF">2025-10-29T10:45:19Z</dcterms:modified>
</cp:coreProperties>
</file>